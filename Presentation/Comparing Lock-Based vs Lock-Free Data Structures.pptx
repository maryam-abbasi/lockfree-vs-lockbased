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sldIdLst>
    <p:sldId id="256" r:id="rId5"/>
    <p:sldId id="259" r:id="rId6"/>
    <p:sldId id="261" r:id="rId7"/>
    <p:sldId id="258" r:id="rId8"/>
    <p:sldId id="266" r:id="rId9"/>
    <p:sldId id="260" r:id="rId10"/>
    <p:sldId id="267" r:id="rId11"/>
    <p:sldId id="263" r:id="rId12"/>
    <p:sldId id="269" r:id="rId13"/>
    <p:sldId id="268" r:id="rId14"/>
    <p:sldId id="265" r:id="rId15"/>
    <p:sldId id="270" r:id="rId16"/>
    <p:sldId id="262" r:id="rId17"/>
    <p:sldId id="264" r:id="rId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CC7A60-8599-7E61-A82D-56E880C3D744}" v="3" dt="2026-01-18T18:15:16.642"/>
    <p1510:client id="{3CEFB331-51E6-7863-16CD-7F484CCE88E0}" v="42" dt="2026-01-17T12:21:35.655"/>
    <p1510:client id="{47130657-3965-A8E7-5B29-41355E78234F}" v="7" dt="2026-01-16T21:13:44.612"/>
    <p1510:client id="{604E50E9-CF44-480D-8325-AB8F94B405B3}" v="39" dt="2026-01-17T18:38:36.711"/>
    <p1510:client id="{98E7F094-9B85-5553-311E-736AC009B97E}" v="89" dt="2026-01-17T12:20:06.0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7.png"/><Relationship Id="rId6" Type="http://schemas.openxmlformats.org/officeDocument/2006/relationships/image" Target="../media/image14.svg"/><Relationship Id="rId5" Type="http://schemas.openxmlformats.org/officeDocument/2006/relationships/image" Target="../media/image9.png"/><Relationship Id="rId4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7.png"/><Relationship Id="rId6" Type="http://schemas.openxmlformats.org/officeDocument/2006/relationships/image" Target="../media/image14.svg"/><Relationship Id="rId5" Type="http://schemas.openxmlformats.org/officeDocument/2006/relationships/image" Target="../media/image9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BDA9C14-DDCA-4BE6-832B-DA6A8EC5C76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C628F6F7-E2A0-426B-8783-1EF57FE14BB6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pt-BR" b="0"/>
            <a:t>↪︎</a:t>
          </a:r>
          <a:r>
            <a:rPr lang="pt-BR" b="0">
              <a:latin typeface="Aptos Display" panose="02110004020202020204"/>
            </a:rPr>
            <a:t> </a:t>
          </a:r>
          <a:r>
            <a:rPr lang="pt-BR" b="1"/>
            <a:t>Desempenho </a:t>
          </a:r>
          <a:r>
            <a:rPr lang="pt-BR"/>
            <a:t>➡︎</a:t>
          </a:r>
          <a:r>
            <a:rPr lang="pt-BR">
              <a:latin typeface="Aptos Display" panose="02110004020202020204"/>
            </a:rPr>
            <a:t> A</a:t>
          </a:r>
          <a:r>
            <a:rPr lang="pt-BR"/>
            <a:t> programação concorrente é fundamental para que múltiplas tarefas sejam executadas simultaneamente, aumentando a eficiência de sistemas modernos com múltiplos núcleos.</a:t>
          </a:r>
          <a:endParaRPr lang="en-US"/>
        </a:p>
      </dgm:t>
    </dgm:pt>
    <dgm:pt modelId="{648CC2CB-6979-434D-A893-B95C384BCBA4}" type="parTrans" cxnId="{28F17F19-C538-417E-99DC-0ED783EF36CB}">
      <dgm:prSet/>
      <dgm:spPr/>
      <dgm:t>
        <a:bodyPr/>
        <a:lstStyle/>
        <a:p>
          <a:endParaRPr lang="en-US"/>
        </a:p>
      </dgm:t>
    </dgm:pt>
    <dgm:pt modelId="{992700DD-1221-421A-9351-7276CADC5A7C}" type="sibTrans" cxnId="{28F17F19-C538-417E-99DC-0ED783EF36CB}">
      <dgm:prSet/>
      <dgm:spPr/>
      <dgm:t>
        <a:bodyPr/>
        <a:lstStyle/>
        <a:p>
          <a:endParaRPr lang="en-US"/>
        </a:p>
      </dgm:t>
    </dgm:pt>
    <dgm:pt modelId="{93DB4AE3-6671-4273-B767-77B554FF13A0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pt-BR" b="0"/>
            <a:t>↪︎</a:t>
          </a:r>
          <a:r>
            <a:rPr lang="pt-BR" b="0">
              <a:latin typeface="Aptos Display" panose="02110004020202020204"/>
            </a:rPr>
            <a:t> </a:t>
          </a:r>
          <a:r>
            <a:rPr lang="pt-BR" b="1"/>
            <a:t>Coordenação </a:t>
          </a:r>
          <a:r>
            <a:rPr lang="pt-BR"/>
            <a:t>➡︎</a:t>
          </a:r>
          <a:r>
            <a:rPr lang="pt-BR">
              <a:latin typeface="Aptos Display" panose="02110004020202020204"/>
            </a:rPr>
            <a:t> </a:t>
          </a:r>
          <a:r>
            <a:rPr lang="pt-BR"/>
            <a:t>quando múltiplos threads interagem com recursos partilhados, são necessários mecanismos de sincronização para evitar inconsistências e garantir a correção dos dados.</a:t>
          </a:r>
          <a:endParaRPr lang="en-US"/>
        </a:p>
      </dgm:t>
    </dgm:pt>
    <dgm:pt modelId="{FAE21518-1012-4DF7-847A-7ACFEB0D8FA0}" type="parTrans" cxnId="{2F8ED210-DFCE-4526-A6E9-853BE49634AC}">
      <dgm:prSet/>
      <dgm:spPr/>
      <dgm:t>
        <a:bodyPr/>
        <a:lstStyle/>
        <a:p>
          <a:endParaRPr lang="en-US"/>
        </a:p>
      </dgm:t>
    </dgm:pt>
    <dgm:pt modelId="{7F5B5F18-CFAE-4875-8AA5-96CF92266DC5}" type="sibTrans" cxnId="{2F8ED210-DFCE-4526-A6E9-853BE49634AC}">
      <dgm:prSet/>
      <dgm:spPr/>
      <dgm:t>
        <a:bodyPr/>
        <a:lstStyle/>
        <a:p>
          <a:endParaRPr lang="en-US"/>
        </a:p>
      </dgm:t>
    </dgm:pt>
    <dgm:pt modelId="{4696012F-8062-4CF7-B3E0-B3C4116DB1D3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pt-BR" b="0"/>
            <a:t>↪︎</a:t>
          </a:r>
          <a:r>
            <a:rPr lang="pt-BR" b="0">
              <a:latin typeface="Aptos Display" panose="02110004020202020204"/>
            </a:rPr>
            <a:t> </a:t>
          </a:r>
          <a:r>
            <a:rPr lang="pt-BR" b="1">
              <a:latin typeface="Aptos Display" panose="02110004020202020204"/>
            </a:rPr>
            <a:t>Abordagem</a:t>
          </a:r>
          <a:r>
            <a:rPr lang="pt-BR" b="1"/>
            <a:t> Tradicional </a:t>
          </a:r>
          <a:r>
            <a:rPr lang="pt-BR"/>
            <a:t>➡︎</a:t>
          </a:r>
          <a:r>
            <a:rPr lang="pt-BR">
              <a:latin typeface="Aptos Display" panose="02110004020202020204"/>
            </a:rPr>
            <a:t> </a:t>
          </a:r>
          <a:r>
            <a:rPr lang="pt-BR"/>
            <a:t>o método mais comum utiliza </a:t>
          </a:r>
          <a:r>
            <a:rPr lang="pt-BR" i="1"/>
            <a:t>locks</a:t>
          </a:r>
          <a:r>
            <a:rPr lang="pt-BR"/>
            <a:t> para garantir a exclusão mútua, permitindo que apenas uma </a:t>
          </a:r>
          <a:r>
            <a:rPr lang="pt-BR" i="1"/>
            <a:t>thread</a:t>
          </a:r>
          <a:r>
            <a:rPr lang="pt-BR"/>
            <a:t> aceda ao recurso por vez.</a:t>
          </a:r>
          <a:endParaRPr lang="en-US"/>
        </a:p>
      </dgm:t>
    </dgm:pt>
    <dgm:pt modelId="{41E60650-A57B-4E30-8B63-CC6FA66720CC}" type="parTrans" cxnId="{0ABD0C26-F679-46A4-B6C8-7F54F0022A4B}">
      <dgm:prSet/>
      <dgm:spPr/>
      <dgm:t>
        <a:bodyPr/>
        <a:lstStyle/>
        <a:p>
          <a:endParaRPr lang="en-US"/>
        </a:p>
      </dgm:t>
    </dgm:pt>
    <dgm:pt modelId="{B0F901DF-B76A-47CB-ADD6-DA276F7FBBA3}" type="sibTrans" cxnId="{0ABD0C26-F679-46A4-B6C8-7F54F0022A4B}">
      <dgm:prSet/>
      <dgm:spPr/>
      <dgm:t>
        <a:bodyPr/>
        <a:lstStyle/>
        <a:p>
          <a:endParaRPr lang="en-US"/>
        </a:p>
      </dgm:t>
    </dgm:pt>
    <dgm:pt modelId="{7B43B682-1546-48DF-999C-7258721B8407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pt-BR" b="0"/>
            <a:t>↪︎</a:t>
          </a:r>
          <a:r>
            <a:rPr lang="pt-BR" b="0">
              <a:latin typeface="Aptos Display" panose="02110004020202020204"/>
            </a:rPr>
            <a:t> </a:t>
          </a:r>
          <a:r>
            <a:rPr lang="pt-BR" b="1"/>
            <a:t>Alternativas </a:t>
          </a:r>
          <a:r>
            <a:rPr lang="pt-BR"/>
            <a:t>➡︎</a:t>
          </a:r>
          <a:r>
            <a:rPr lang="pt-BR">
              <a:latin typeface="Aptos Display" panose="02110004020202020204"/>
            </a:rPr>
            <a:t> </a:t>
          </a:r>
          <a:r>
            <a:rPr lang="pt-BR"/>
            <a:t>devido às limitações dos </a:t>
          </a:r>
          <a:r>
            <a:rPr lang="pt-BR" i="1"/>
            <a:t>locks</a:t>
          </a:r>
          <a:r>
            <a:rPr lang="pt-BR"/>
            <a:t>, algoritmos </a:t>
          </a:r>
          <a:r>
            <a:rPr lang="pt-BR" i="1"/>
            <a:t>lock-free</a:t>
          </a:r>
          <a:r>
            <a:rPr lang="pt-BR"/>
            <a:t> e não bloqueantes têm sido estudados para oferecer maior escalabilidade através de operações atômicas de hardware (como o </a:t>
          </a:r>
          <a:r>
            <a:rPr lang="pt-BR" i="1"/>
            <a:t>CAS – Compare-and-Swap</a:t>
          </a:r>
          <a:r>
            <a:rPr lang="pt-BR"/>
            <a:t>).</a:t>
          </a:r>
          <a:endParaRPr lang="en-US"/>
        </a:p>
      </dgm:t>
    </dgm:pt>
    <dgm:pt modelId="{9B1F0C63-B3E3-40AA-A8CC-DCC224EABCD4}" type="parTrans" cxnId="{06C7A30C-13BB-454D-96D5-B960D7B09EA4}">
      <dgm:prSet/>
      <dgm:spPr/>
      <dgm:t>
        <a:bodyPr/>
        <a:lstStyle/>
        <a:p>
          <a:endParaRPr lang="en-US"/>
        </a:p>
      </dgm:t>
    </dgm:pt>
    <dgm:pt modelId="{A8AF48DB-A042-4D5E-8FBD-7D60DF54CDEC}" type="sibTrans" cxnId="{06C7A30C-13BB-454D-96D5-B960D7B09EA4}">
      <dgm:prSet/>
      <dgm:spPr/>
      <dgm:t>
        <a:bodyPr/>
        <a:lstStyle/>
        <a:p>
          <a:endParaRPr lang="en-US"/>
        </a:p>
      </dgm:t>
    </dgm:pt>
    <dgm:pt modelId="{B42CC01E-549C-45C8-8872-C457FB96077C}" type="pres">
      <dgm:prSet presAssocID="{5BDA9C14-DDCA-4BE6-832B-DA6A8EC5C76F}" presName="root" presStyleCnt="0">
        <dgm:presLayoutVars>
          <dgm:dir/>
          <dgm:resizeHandles val="exact"/>
        </dgm:presLayoutVars>
      </dgm:prSet>
      <dgm:spPr/>
    </dgm:pt>
    <dgm:pt modelId="{CBA18342-BA90-474B-BB7C-5522EBC7E17D}" type="pres">
      <dgm:prSet presAssocID="{C628F6F7-E2A0-426B-8783-1EF57FE14BB6}" presName="compNode" presStyleCnt="0"/>
      <dgm:spPr/>
    </dgm:pt>
    <dgm:pt modelId="{186BAE9D-B49A-43C2-A1FC-D7C8108AF172}" type="pres">
      <dgm:prSet presAssocID="{C628F6F7-E2A0-426B-8783-1EF57FE14BB6}" presName="bgRect" presStyleLbl="bgShp" presStyleIdx="0" presStyleCnt="4"/>
      <dgm:spPr/>
    </dgm:pt>
    <dgm:pt modelId="{DD54E59D-F0D3-4A86-B82E-5754D95529D2}" type="pres">
      <dgm:prSet presAssocID="{C628F6F7-E2A0-426B-8783-1EF57FE14BB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uxograma"/>
        </a:ext>
      </dgm:extLst>
    </dgm:pt>
    <dgm:pt modelId="{9070D3ED-5C7A-452D-90B5-414F2A92EB94}" type="pres">
      <dgm:prSet presAssocID="{C628F6F7-E2A0-426B-8783-1EF57FE14BB6}" presName="spaceRect" presStyleCnt="0"/>
      <dgm:spPr/>
    </dgm:pt>
    <dgm:pt modelId="{6B3FD318-5B4F-400D-97FB-8013D892FB66}" type="pres">
      <dgm:prSet presAssocID="{C628F6F7-E2A0-426B-8783-1EF57FE14BB6}" presName="parTx" presStyleLbl="revTx" presStyleIdx="0" presStyleCnt="4">
        <dgm:presLayoutVars>
          <dgm:chMax val="0"/>
          <dgm:chPref val="0"/>
        </dgm:presLayoutVars>
      </dgm:prSet>
      <dgm:spPr/>
    </dgm:pt>
    <dgm:pt modelId="{6EE2A46C-28D1-4264-B94D-83B7826B3CED}" type="pres">
      <dgm:prSet presAssocID="{992700DD-1221-421A-9351-7276CADC5A7C}" presName="sibTrans" presStyleCnt="0"/>
      <dgm:spPr/>
    </dgm:pt>
    <dgm:pt modelId="{5AFF51F1-2F3C-4A95-8C00-1BD8FA76ED6B}" type="pres">
      <dgm:prSet presAssocID="{93DB4AE3-6671-4273-B767-77B554FF13A0}" presName="compNode" presStyleCnt="0"/>
      <dgm:spPr/>
    </dgm:pt>
    <dgm:pt modelId="{4C5A61CD-9B87-4A16-B466-6D5631B15B3E}" type="pres">
      <dgm:prSet presAssocID="{93DB4AE3-6671-4273-B767-77B554FF13A0}" presName="bgRect" presStyleLbl="bgShp" presStyleIdx="1" presStyleCnt="4"/>
      <dgm:spPr/>
    </dgm:pt>
    <dgm:pt modelId="{D68E7422-F90D-4103-9A5A-0AF2C194D995}" type="pres">
      <dgm:prSet presAssocID="{93DB4AE3-6671-4273-B767-77B554FF13A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sconectado"/>
        </a:ext>
      </dgm:extLst>
    </dgm:pt>
    <dgm:pt modelId="{BB97A093-79BA-4078-9088-E7DAC34FEA98}" type="pres">
      <dgm:prSet presAssocID="{93DB4AE3-6671-4273-B767-77B554FF13A0}" presName="spaceRect" presStyleCnt="0"/>
      <dgm:spPr/>
    </dgm:pt>
    <dgm:pt modelId="{6ECB90FF-B198-40B3-8B00-C89523AA5636}" type="pres">
      <dgm:prSet presAssocID="{93DB4AE3-6671-4273-B767-77B554FF13A0}" presName="parTx" presStyleLbl="revTx" presStyleIdx="1" presStyleCnt="4">
        <dgm:presLayoutVars>
          <dgm:chMax val="0"/>
          <dgm:chPref val="0"/>
        </dgm:presLayoutVars>
      </dgm:prSet>
      <dgm:spPr/>
    </dgm:pt>
    <dgm:pt modelId="{6CC35D81-515F-4235-BAFF-4CD78300ECDB}" type="pres">
      <dgm:prSet presAssocID="{7F5B5F18-CFAE-4875-8AA5-96CF92266DC5}" presName="sibTrans" presStyleCnt="0"/>
      <dgm:spPr/>
    </dgm:pt>
    <dgm:pt modelId="{DDA3110E-0485-4F81-B5D2-D48C708A0FDF}" type="pres">
      <dgm:prSet presAssocID="{4696012F-8062-4CF7-B3E0-B3C4116DB1D3}" presName="compNode" presStyleCnt="0"/>
      <dgm:spPr/>
    </dgm:pt>
    <dgm:pt modelId="{99608CD4-3A8C-4633-9BC5-0CDF27DFE102}" type="pres">
      <dgm:prSet presAssocID="{4696012F-8062-4CF7-B3E0-B3C4116DB1D3}" presName="bgRect" presStyleLbl="bgShp" presStyleIdx="2" presStyleCnt="4"/>
      <dgm:spPr/>
    </dgm:pt>
    <dgm:pt modelId="{4252C3A4-90F4-4DE9-8CED-8B49493DA427}" type="pres">
      <dgm:prSet presAssocID="{4696012F-8062-4CF7-B3E0-B3C4116DB1D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oqueio com preenchimento sólido"/>
        </a:ext>
      </dgm:extLst>
    </dgm:pt>
    <dgm:pt modelId="{02034C41-F245-4E14-94E1-CF936E52461E}" type="pres">
      <dgm:prSet presAssocID="{4696012F-8062-4CF7-B3E0-B3C4116DB1D3}" presName="spaceRect" presStyleCnt="0"/>
      <dgm:spPr/>
    </dgm:pt>
    <dgm:pt modelId="{0A7D5FC6-39BC-45F3-A528-4B4C5B71C680}" type="pres">
      <dgm:prSet presAssocID="{4696012F-8062-4CF7-B3E0-B3C4116DB1D3}" presName="parTx" presStyleLbl="revTx" presStyleIdx="2" presStyleCnt="4">
        <dgm:presLayoutVars>
          <dgm:chMax val="0"/>
          <dgm:chPref val="0"/>
        </dgm:presLayoutVars>
      </dgm:prSet>
      <dgm:spPr/>
    </dgm:pt>
    <dgm:pt modelId="{3767D259-C11D-49E5-9F7F-49A4CBCFD91E}" type="pres">
      <dgm:prSet presAssocID="{B0F901DF-B76A-47CB-ADD6-DA276F7FBBA3}" presName="sibTrans" presStyleCnt="0"/>
      <dgm:spPr/>
    </dgm:pt>
    <dgm:pt modelId="{27895600-5464-4C6E-BE3A-31EF94348646}" type="pres">
      <dgm:prSet presAssocID="{7B43B682-1546-48DF-999C-7258721B8407}" presName="compNode" presStyleCnt="0"/>
      <dgm:spPr/>
    </dgm:pt>
    <dgm:pt modelId="{EB04DC1E-BA0C-4EA8-893E-F00F4DDCAF9B}" type="pres">
      <dgm:prSet presAssocID="{7B43B682-1546-48DF-999C-7258721B8407}" presName="bgRect" presStyleLbl="bgShp" presStyleIdx="3" presStyleCnt="4"/>
      <dgm:spPr/>
    </dgm:pt>
    <dgm:pt modelId="{95EEA5DE-3607-4863-890D-A2A5748C8176}" type="pres">
      <dgm:prSet presAssocID="{7B43B682-1546-48DF-999C-7258721B840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sbloquear com preenchimento sólido"/>
        </a:ext>
      </dgm:extLst>
    </dgm:pt>
    <dgm:pt modelId="{7BCB76C5-9646-4AC6-B1D7-5A4F86F56B9D}" type="pres">
      <dgm:prSet presAssocID="{7B43B682-1546-48DF-999C-7258721B8407}" presName="spaceRect" presStyleCnt="0"/>
      <dgm:spPr/>
    </dgm:pt>
    <dgm:pt modelId="{58112C1C-93E7-490E-A481-A73105231B81}" type="pres">
      <dgm:prSet presAssocID="{7B43B682-1546-48DF-999C-7258721B8407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6C7A30C-13BB-454D-96D5-B960D7B09EA4}" srcId="{5BDA9C14-DDCA-4BE6-832B-DA6A8EC5C76F}" destId="{7B43B682-1546-48DF-999C-7258721B8407}" srcOrd="3" destOrd="0" parTransId="{9B1F0C63-B3E3-40AA-A8CC-DCC224EABCD4}" sibTransId="{A8AF48DB-A042-4D5E-8FBD-7D60DF54CDEC}"/>
    <dgm:cxn modelId="{2F8ED210-DFCE-4526-A6E9-853BE49634AC}" srcId="{5BDA9C14-DDCA-4BE6-832B-DA6A8EC5C76F}" destId="{93DB4AE3-6671-4273-B767-77B554FF13A0}" srcOrd="1" destOrd="0" parTransId="{FAE21518-1012-4DF7-847A-7ACFEB0D8FA0}" sibTransId="{7F5B5F18-CFAE-4875-8AA5-96CF92266DC5}"/>
    <dgm:cxn modelId="{28F17F19-C538-417E-99DC-0ED783EF36CB}" srcId="{5BDA9C14-DDCA-4BE6-832B-DA6A8EC5C76F}" destId="{C628F6F7-E2A0-426B-8783-1EF57FE14BB6}" srcOrd="0" destOrd="0" parTransId="{648CC2CB-6979-434D-A893-B95C384BCBA4}" sibTransId="{992700DD-1221-421A-9351-7276CADC5A7C}"/>
    <dgm:cxn modelId="{0ABD0C26-F679-46A4-B6C8-7F54F0022A4B}" srcId="{5BDA9C14-DDCA-4BE6-832B-DA6A8EC5C76F}" destId="{4696012F-8062-4CF7-B3E0-B3C4116DB1D3}" srcOrd="2" destOrd="0" parTransId="{41E60650-A57B-4E30-8B63-CC6FA66720CC}" sibTransId="{B0F901DF-B76A-47CB-ADD6-DA276F7FBBA3}"/>
    <dgm:cxn modelId="{6EDC647D-79CD-40C2-B9A9-E8E404E7804B}" type="presOf" srcId="{5BDA9C14-DDCA-4BE6-832B-DA6A8EC5C76F}" destId="{B42CC01E-549C-45C8-8872-C457FB96077C}" srcOrd="0" destOrd="0" presId="urn:microsoft.com/office/officeart/2018/2/layout/IconVerticalSolidList"/>
    <dgm:cxn modelId="{CB147090-3DFE-458B-B4E2-59B712C6BFEC}" type="presOf" srcId="{4696012F-8062-4CF7-B3E0-B3C4116DB1D3}" destId="{0A7D5FC6-39BC-45F3-A528-4B4C5B71C680}" srcOrd="0" destOrd="0" presId="urn:microsoft.com/office/officeart/2018/2/layout/IconVerticalSolidList"/>
    <dgm:cxn modelId="{88136EA4-0BF3-44F7-8CAC-31C68F351E4D}" type="presOf" srcId="{7B43B682-1546-48DF-999C-7258721B8407}" destId="{58112C1C-93E7-490E-A481-A73105231B81}" srcOrd="0" destOrd="0" presId="urn:microsoft.com/office/officeart/2018/2/layout/IconVerticalSolidList"/>
    <dgm:cxn modelId="{09EF31B2-F71C-4933-967E-1B7394F54B75}" type="presOf" srcId="{C628F6F7-E2A0-426B-8783-1EF57FE14BB6}" destId="{6B3FD318-5B4F-400D-97FB-8013D892FB66}" srcOrd="0" destOrd="0" presId="urn:microsoft.com/office/officeart/2018/2/layout/IconVerticalSolidList"/>
    <dgm:cxn modelId="{6C4EAECE-6E9A-4AF0-9AEA-EDCA55301EEC}" type="presOf" srcId="{93DB4AE3-6671-4273-B767-77B554FF13A0}" destId="{6ECB90FF-B198-40B3-8B00-C89523AA5636}" srcOrd="0" destOrd="0" presId="urn:microsoft.com/office/officeart/2018/2/layout/IconVerticalSolidList"/>
    <dgm:cxn modelId="{5B38D643-5641-47CA-88B5-8A10DAEC93A6}" type="presParOf" srcId="{B42CC01E-549C-45C8-8872-C457FB96077C}" destId="{CBA18342-BA90-474B-BB7C-5522EBC7E17D}" srcOrd="0" destOrd="0" presId="urn:microsoft.com/office/officeart/2018/2/layout/IconVerticalSolidList"/>
    <dgm:cxn modelId="{B4BD8F67-E2C4-4F1F-975C-F923D21978CC}" type="presParOf" srcId="{CBA18342-BA90-474B-BB7C-5522EBC7E17D}" destId="{186BAE9D-B49A-43C2-A1FC-D7C8108AF172}" srcOrd="0" destOrd="0" presId="urn:microsoft.com/office/officeart/2018/2/layout/IconVerticalSolidList"/>
    <dgm:cxn modelId="{DCFD6D64-4A00-4605-8484-775C77D686B8}" type="presParOf" srcId="{CBA18342-BA90-474B-BB7C-5522EBC7E17D}" destId="{DD54E59D-F0D3-4A86-B82E-5754D95529D2}" srcOrd="1" destOrd="0" presId="urn:microsoft.com/office/officeart/2018/2/layout/IconVerticalSolidList"/>
    <dgm:cxn modelId="{A5461BAF-A770-48C1-8226-698E737E8060}" type="presParOf" srcId="{CBA18342-BA90-474B-BB7C-5522EBC7E17D}" destId="{9070D3ED-5C7A-452D-90B5-414F2A92EB94}" srcOrd="2" destOrd="0" presId="urn:microsoft.com/office/officeart/2018/2/layout/IconVerticalSolidList"/>
    <dgm:cxn modelId="{C6ECBF60-09DB-4F94-94A2-91764855B8DB}" type="presParOf" srcId="{CBA18342-BA90-474B-BB7C-5522EBC7E17D}" destId="{6B3FD318-5B4F-400D-97FB-8013D892FB66}" srcOrd="3" destOrd="0" presId="urn:microsoft.com/office/officeart/2018/2/layout/IconVerticalSolidList"/>
    <dgm:cxn modelId="{332B7E99-9E22-461E-A218-1C2F959EC04B}" type="presParOf" srcId="{B42CC01E-549C-45C8-8872-C457FB96077C}" destId="{6EE2A46C-28D1-4264-B94D-83B7826B3CED}" srcOrd="1" destOrd="0" presId="urn:microsoft.com/office/officeart/2018/2/layout/IconVerticalSolidList"/>
    <dgm:cxn modelId="{40E96F45-E69A-439D-852E-4976BDF7192C}" type="presParOf" srcId="{B42CC01E-549C-45C8-8872-C457FB96077C}" destId="{5AFF51F1-2F3C-4A95-8C00-1BD8FA76ED6B}" srcOrd="2" destOrd="0" presId="urn:microsoft.com/office/officeart/2018/2/layout/IconVerticalSolidList"/>
    <dgm:cxn modelId="{6E940715-565A-402B-AE68-7EC6A046ADCD}" type="presParOf" srcId="{5AFF51F1-2F3C-4A95-8C00-1BD8FA76ED6B}" destId="{4C5A61CD-9B87-4A16-B466-6D5631B15B3E}" srcOrd="0" destOrd="0" presId="urn:microsoft.com/office/officeart/2018/2/layout/IconVerticalSolidList"/>
    <dgm:cxn modelId="{A517BE3A-A9C9-4B0E-BC0E-18A2379F7F97}" type="presParOf" srcId="{5AFF51F1-2F3C-4A95-8C00-1BD8FA76ED6B}" destId="{D68E7422-F90D-4103-9A5A-0AF2C194D995}" srcOrd="1" destOrd="0" presId="urn:microsoft.com/office/officeart/2018/2/layout/IconVerticalSolidList"/>
    <dgm:cxn modelId="{BBB41D3B-81C6-430C-BF3F-5669829D36B2}" type="presParOf" srcId="{5AFF51F1-2F3C-4A95-8C00-1BD8FA76ED6B}" destId="{BB97A093-79BA-4078-9088-E7DAC34FEA98}" srcOrd="2" destOrd="0" presId="urn:microsoft.com/office/officeart/2018/2/layout/IconVerticalSolidList"/>
    <dgm:cxn modelId="{E5EE709D-9D5B-4108-A9C1-7D7CF64D6CF0}" type="presParOf" srcId="{5AFF51F1-2F3C-4A95-8C00-1BD8FA76ED6B}" destId="{6ECB90FF-B198-40B3-8B00-C89523AA5636}" srcOrd="3" destOrd="0" presId="urn:microsoft.com/office/officeart/2018/2/layout/IconVerticalSolidList"/>
    <dgm:cxn modelId="{970524D4-B0D5-4FCA-B53B-7C74ED91A2B0}" type="presParOf" srcId="{B42CC01E-549C-45C8-8872-C457FB96077C}" destId="{6CC35D81-515F-4235-BAFF-4CD78300ECDB}" srcOrd="3" destOrd="0" presId="urn:microsoft.com/office/officeart/2018/2/layout/IconVerticalSolidList"/>
    <dgm:cxn modelId="{B7B8D60D-6765-440D-A42B-4BB597BD5CA5}" type="presParOf" srcId="{B42CC01E-549C-45C8-8872-C457FB96077C}" destId="{DDA3110E-0485-4F81-B5D2-D48C708A0FDF}" srcOrd="4" destOrd="0" presId="urn:microsoft.com/office/officeart/2018/2/layout/IconVerticalSolidList"/>
    <dgm:cxn modelId="{52C61B9E-0870-4D96-8C80-76029EAB8110}" type="presParOf" srcId="{DDA3110E-0485-4F81-B5D2-D48C708A0FDF}" destId="{99608CD4-3A8C-4633-9BC5-0CDF27DFE102}" srcOrd="0" destOrd="0" presId="urn:microsoft.com/office/officeart/2018/2/layout/IconVerticalSolidList"/>
    <dgm:cxn modelId="{7B22248E-685F-4BF4-AB58-F1C12CD68BEF}" type="presParOf" srcId="{DDA3110E-0485-4F81-B5D2-D48C708A0FDF}" destId="{4252C3A4-90F4-4DE9-8CED-8B49493DA427}" srcOrd="1" destOrd="0" presId="urn:microsoft.com/office/officeart/2018/2/layout/IconVerticalSolidList"/>
    <dgm:cxn modelId="{51831EC8-2CC9-4A98-869D-3CB6A9F55BE1}" type="presParOf" srcId="{DDA3110E-0485-4F81-B5D2-D48C708A0FDF}" destId="{02034C41-F245-4E14-94E1-CF936E52461E}" srcOrd="2" destOrd="0" presId="urn:microsoft.com/office/officeart/2018/2/layout/IconVerticalSolidList"/>
    <dgm:cxn modelId="{F47358E7-761C-478B-A433-9E0F0AF1F949}" type="presParOf" srcId="{DDA3110E-0485-4F81-B5D2-D48C708A0FDF}" destId="{0A7D5FC6-39BC-45F3-A528-4B4C5B71C680}" srcOrd="3" destOrd="0" presId="urn:microsoft.com/office/officeart/2018/2/layout/IconVerticalSolidList"/>
    <dgm:cxn modelId="{D2CCF505-CE28-40C8-BF9C-81404FEC2C46}" type="presParOf" srcId="{B42CC01E-549C-45C8-8872-C457FB96077C}" destId="{3767D259-C11D-49E5-9F7F-49A4CBCFD91E}" srcOrd="5" destOrd="0" presId="urn:microsoft.com/office/officeart/2018/2/layout/IconVerticalSolidList"/>
    <dgm:cxn modelId="{CA8D0FB5-6AB7-46D0-9B8F-4291F3B6BCF6}" type="presParOf" srcId="{B42CC01E-549C-45C8-8872-C457FB96077C}" destId="{27895600-5464-4C6E-BE3A-31EF94348646}" srcOrd="6" destOrd="0" presId="urn:microsoft.com/office/officeart/2018/2/layout/IconVerticalSolidList"/>
    <dgm:cxn modelId="{CBEFDB90-5580-4A59-9A14-43D369FC47F6}" type="presParOf" srcId="{27895600-5464-4C6E-BE3A-31EF94348646}" destId="{EB04DC1E-BA0C-4EA8-893E-F00F4DDCAF9B}" srcOrd="0" destOrd="0" presId="urn:microsoft.com/office/officeart/2018/2/layout/IconVerticalSolidList"/>
    <dgm:cxn modelId="{FC92C72F-A735-44B6-9475-976E1260C64A}" type="presParOf" srcId="{27895600-5464-4C6E-BE3A-31EF94348646}" destId="{95EEA5DE-3607-4863-890D-A2A5748C8176}" srcOrd="1" destOrd="0" presId="urn:microsoft.com/office/officeart/2018/2/layout/IconVerticalSolidList"/>
    <dgm:cxn modelId="{4A9BB726-B582-488C-ABD9-427EF747CA41}" type="presParOf" srcId="{27895600-5464-4C6E-BE3A-31EF94348646}" destId="{7BCB76C5-9646-4AC6-B1D7-5A4F86F56B9D}" srcOrd="2" destOrd="0" presId="urn:microsoft.com/office/officeart/2018/2/layout/IconVerticalSolidList"/>
    <dgm:cxn modelId="{79925CBB-E28B-4B4C-A4AE-4946B4DF8737}" type="presParOf" srcId="{27895600-5464-4C6E-BE3A-31EF94348646}" destId="{58112C1C-93E7-490E-A481-A73105231B8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6A58CF9-D438-48F3-BFA2-EB9117319F6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E240FB28-F7D5-49CD-8D55-74E62E6CD297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pt-BR" b="0"/>
            <a:t>↪︎ </a:t>
          </a:r>
          <a:r>
            <a:rPr lang="pt-BR" b="1"/>
            <a:t>Limitações dos </a:t>
          </a:r>
          <a:r>
            <a:rPr lang="pt-BR" b="1" i="1"/>
            <a:t>Locks </a:t>
          </a:r>
          <a:r>
            <a:rPr lang="pt-BR" b="0"/>
            <a:t>➡︎</a:t>
          </a:r>
          <a:r>
            <a:rPr lang="pt-BR">
              <a:latin typeface="Aptos Display" panose="02110004020202020204"/>
            </a:rPr>
            <a:t> Apesar</a:t>
          </a:r>
          <a:r>
            <a:rPr lang="pt-BR"/>
            <a:t> de intuitivos, podem introduzir gargalos de performance e problemas críticos.</a:t>
          </a:r>
          <a:endParaRPr lang="en-US"/>
        </a:p>
      </dgm:t>
    </dgm:pt>
    <dgm:pt modelId="{F376A743-CB57-454D-AB35-BCDDF8335B0A}" type="parTrans" cxnId="{98920735-912B-4FA3-B944-F8005240A0BE}">
      <dgm:prSet/>
      <dgm:spPr/>
      <dgm:t>
        <a:bodyPr/>
        <a:lstStyle/>
        <a:p>
          <a:endParaRPr lang="en-US"/>
        </a:p>
      </dgm:t>
    </dgm:pt>
    <dgm:pt modelId="{020B54D0-40BB-4DDA-8003-6A3CE21F24A6}" type="sibTrans" cxnId="{98920735-912B-4FA3-B944-F8005240A0BE}">
      <dgm:prSet/>
      <dgm:spPr/>
      <dgm:t>
        <a:bodyPr/>
        <a:lstStyle/>
        <a:p>
          <a:endParaRPr lang="en-US"/>
        </a:p>
      </dgm:t>
    </dgm:pt>
    <dgm:pt modelId="{8B3B293D-3DC6-4B1B-A96E-A6A56EE67348}">
      <dgm:prSet custT="1"/>
      <dgm:spPr/>
      <dgm:t>
        <a:bodyPr/>
        <a:lstStyle/>
        <a:p>
          <a:pPr rtl="0">
            <a:lnSpc>
              <a:spcPct val="100000"/>
            </a:lnSpc>
          </a:pPr>
          <a:r>
            <a:rPr lang="pt-BR" sz="1200">
              <a:latin typeface="Aptos Display" panose="02110004020202020204"/>
            </a:rPr>
            <a:t>⚠︎</a:t>
          </a:r>
          <a:r>
            <a:rPr lang="pt-BR" sz="1200"/>
            <a:t> Estima-se que 30% dos bugs em programação paralela sejam </a:t>
          </a:r>
          <a:r>
            <a:rPr lang="pt-BR" sz="1200" b="1" i="1"/>
            <a:t>deadlocks</a:t>
          </a:r>
          <a:r>
            <a:rPr lang="pt-BR" sz="1200"/>
            <a:t>.</a:t>
          </a:r>
          <a:endParaRPr lang="en-US" sz="1200"/>
        </a:p>
      </dgm:t>
    </dgm:pt>
    <dgm:pt modelId="{7D7A9FCF-4403-4242-874D-E03BF7BA77B9}" type="parTrans" cxnId="{4F50AB3F-A3BC-4C47-8A2B-2DB28F857803}">
      <dgm:prSet/>
      <dgm:spPr/>
      <dgm:t>
        <a:bodyPr/>
        <a:lstStyle/>
        <a:p>
          <a:endParaRPr lang="en-US"/>
        </a:p>
      </dgm:t>
    </dgm:pt>
    <dgm:pt modelId="{6BAC439C-174B-478F-9D1E-3FFC682187B8}" type="sibTrans" cxnId="{4F50AB3F-A3BC-4C47-8A2B-2DB28F857803}">
      <dgm:prSet/>
      <dgm:spPr/>
      <dgm:t>
        <a:bodyPr/>
        <a:lstStyle/>
        <a:p>
          <a:endParaRPr lang="en-US"/>
        </a:p>
      </dgm:t>
    </dgm:pt>
    <dgm:pt modelId="{D6123ACA-CDEA-45AF-BAFA-84FD32FBD756}">
      <dgm:prSet custT="1"/>
      <dgm:spPr/>
      <dgm:t>
        <a:bodyPr/>
        <a:lstStyle/>
        <a:p>
          <a:pPr rtl="0">
            <a:lnSpc>
              <a:spcPct val="100000"/>
            </a:lnSpc>
          </a:pPr>
          <a:r>
            <a:rPr lang="pt-BR" sz="1200" b="0">
              <a:latin typeface="Aptos Display" panose="02110004020202020204"/>
            </a:rPr>
            <a:t>⚠︎ </a:t>
          </a:r>
          <a:r>
            <a:rPr lang="pt-BR" sz="1200" b="1"/>
            <a:t>Inversão de Prioridade</a:t>
          </a:r>
          <a:r>
            <a:rPr lang="pt-BR" sz="1200"/>
            <a:t> e </a:t>
          </a:r>
          <a:r>
            <a:rPr lang="pt-BR" sz="1200" b="1" i="1" err="1"/>
            <a:t>Race</a:t>
          </a:r>
          <a:r>
            <a:rPr lang="pt-BR" sz="1200" b="1" i="1"/>
            <a:t> </a:t>
          </a:r>
          <a:r>
            <a:rPr lang="pt-BR" sz="1200" b="1" i="1" err="1"/>
            <a:t>Conditions</a:t>
          </a:r>
          <a:r>
            <a:rPr lang="pt-BR" sz="1200"/>
            <a:t> também são problemas comuns que dificultam a deteção e correção de erros em grandes sistemas.</a:t>
          </a:r>
          <a:endParaRPr lang="en-US" sz="1200"/>
        </a:p>
      </dgm:t>
    </dgm:pt>
    <dgm:pt modelId="{AFC77754-04CE-486C-8D1F-5D007242F188}" type="parTrans" cxnId="{E66F2CCC-6538-4CDC-A8C7-5A9773EA9DBE}">
      <dgm:prSet/>
      <dgm:spPr/>
      <dgm:t>
        <a:bodyPr/>
        <a:lstStyle/>
        <a:p>
          <a:endParaRPr lang="en-US"/>
        </a:p>
      </dgm:t>
    </dgm:pt>
    <dgm:pt modelId="{E89B5760-CC6F-426C-BCE4-DEFD3C15C818}" type="sibTrans" cxnId="{E66F2CCC-6538-4CDC-A8C7-5A9773EA9DBE}">
      <dgm:prSet/>
      <dgm:spPr/>
      <dgm:t>
        <a:bodyPr/>
        <a:lstStyle/>
        <a:p>
          <a:endParaRPr lang="en-US"/>
        </a:p>
      </dgm:t>
    </dgm:pt>
    <dgm:pt modelId="{1FD199E1-259C-4043-B523-1A0CC3B650CB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pt-BR" b="0"/>
            <a:t>↪︎ </a:t>
          </a:r>
          <a:r>
            <a:rPr lang="pt-BR" b="1"/>
            <a:t>Limitações do </a:t>
          </a:r>
          <a:r>
            <a:rPr lang="pt-BR" b="1" i="1"/>
            <a:t>Lock-Free</a:t>
          </a:r>
          <a:r>
            <a:rPr lang="pt-BR" b="1" i="1">
              <a:latin typeface="Aptos Display" panose="02110004020202020204"/>
            </a:rPr>
            <a:t> </a:t>
          </a:r>
          <a:r>
            <a:rPr lang="pt-BR"/>
            <a:t>➡︎</a:t>
          </a:r>
          <a:r>
            <a:rPr lang="pt-BR">
              <a:latin typeface="Aptos Display" panose="02110004020202020204"/>
            </a:rPr>
            <a:t> Embora</a:t>
          </a:r>
          <a:r>
            <a:rPr lang="pt-BR"/>
            <a:t> eliminem o bloqueio explícito, são complexas de desenhar, validar e implementar corretamente.</a:t>
          </a:r>
          <a:endParaRPr lang="en-US"/>
        </a:p>
      </dgm:t>
    </dgm:pt>
    <dgm:pt modelId="{CA828AB2-8CFD-4FA4-94F4-4B6D66DA402C}" type="parTrans" cxnId="{41AD3720-086B-4CF9-9635-DB1CE71CF719}">
      <dgm:prSet/>
      <dgm:spPr/>
      <dgm:t>
        <a:bodyPr/>
        <a:lstStyle/>
        <a:p>
          <a:endParaRPr lang="en-US"/>
        </a:p>
      </dgm:t>
    </dgm:pt>
    <dgm:pt modelId="{531743C3-B64B-4EDE-9CA8-C800D0E96F4E}" type="sibTrans" cxnId="{41AD3720-086B-4CF9-9635-DB1CE71CF719}">
      <dgm:prSet/>
      <dgm:spPr/>
      <dgm:t>
        <a:bodyPr/>
        <a:lstStyle/>
        <a:p>
          <a:endParaRPr lang="en-US"/>
        </a:p>
      </dgm:t>
    </dgm:pt>
    <dgm:pt modelId="{FBB33B79-C7BF-41BB-BB2D-6879D6BA7812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pt-BR" b="0"/>
            <a:t>↪︎ </a:t>
          </a:r>
          <a:r>
            <a:rPr lang="pt-BR" b="1"/>
            <a:t>Questão de investigação </a:t>
          </a:r>
          <a:r>
            <a:rPr lang="pt-BR"/>
            <a:t>➡︎</a:t>
          </a:r>
          <a:r>
            <a:rPr lang="pt-BR">
              <a:latin typeface="Aptos Display" panose="02110004020202020204"/>
            </a:rPr>
            <a:t> Determinar</a:t>
          </a:r>
          <a:r>
            <a:rPr lang="pt-BR"/>
            <a:t> se estruturas </a:t>
          </a:r>
          <a:r>
            <a:rPr lang="pt-BR" i="1"/>
            <a:t>lock-free</a:t>
          </a:r>
          <a:r>
            <a:rPr lang="pt-BR"/>
            <a:t> são realmente mais rápidas e escaláveis que as baseadas em </a:t>
          </a:r>
          <a:r>
            <a:rPr lang="pt-BR" i="1"/>
            <a:t>locks</a:t>
          </a:r>
          <a:r>
            <a:rPr lang="pt-BR"/>
            <a:t> em cenários de alta competitividade.</a:t>
          </a:r>
          <a:endParaRPr lang="en-US"/>
        </a:p>
      </dgm:t>
    </dgm:pt>
    <dgm:pt modelId="{9EB25303-FE14-4A34-B6C7-74F7ECF61B6E}" type="parTrans" cxnId="{75A06E0D-D147-4EA5-9E16-6444773038F4}">
      <dgm:prSet/>
      <dgm:spPr/>
      <dgm:t>
        <a:bodyPr/>
        <a:lstStyle/>
        <a:p>
          <a:endParaRPr lang="en-US"/>
        </a:p>
      </dgm:t>
    </dgm:pt>
    <dgm:pt modelId="{93B8C8B3-4483-45D6-A41E-E5AAFCA86E22}" type="sibTrans" cxnId="{75A06E0D-D147-4EA5-9E16-6444773038F4}">
      <dgm:prSet/>
      <dgm:spPr/>
      <dgm:t>
        <a:bodyPr/>
        <a:lstStyle/>
        <a:p>
          <a:endParaRPr lang="en-US"/>
        </a:p>
      </dgm:t>
    </dgm:pt>
    <dgm:pt modelId="{A7B15CEE-F364-464C-981B-C9EC2DE6D08E}" type="pres">
      <dgm:prSet presAssocID="{96A58CF9-D438-48F3-BFA2-EB9117319F63}" presName="root" presStyleCnt="0">
        <dgm:presLayoutVars>
          <dgm:dir/>
          <dgm:resizeHandles val="exact"/>
        </dgm:presLayoutVars>
      </dgm:prSet>
      <dgm:spPr/>
    </dgm:pt>
    <dgm:pt modelId="{73CDE460-7AAF-472A-B9C7-85BD83147A93}" type="pres">
      <dgm:prSet presAssocID="{E240FB28-F7D5-49CD-8D55-74E62E6CD297}" presName="compNode" presStyleCnt="0"/>
      <dgm:spPr/>
    </dgm:pt>
    <dgm:pt modelId="{81D0ED55-AB24-47A0-ABDA-F3EEBE51B4D7}" type="pres">
      <dgm:prSet presAssocID="{E240FB28-F7D5-49CD-8D55-74E62E6CD297}" presName="bgRect" presStyleLbl="bgShp" presStyleIdx="0" presStyleCnt="3"/>
      <dgm:spPr/>
    </dgm:pt>
    <dgm:pt modelId="{51D6A7F4-19A4-486B-B254-5486B31B7CA2}" type="pres">
      <dgm:prSet presAssocID="{E240FB28-F7D5-49CD-8D55-74E62E6CD29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oqueio"/>
        </a:ext>
      </dgm:extLst>
    </dgm:pt>
    <dgm:pt modelId="{41C6D001-1A33-48FC-A1FF-06DA444FF4D5}" type="pres">
      <dgm:prSet presAssocID="{E240FB28-F7D5-49CD-8D55-74E62E6CD297}" presName="spaceRect" presStyleCnt="0"/>
      <dgm:spPr/>
    </dgm:pt>
    <dgm:pt modelId="{9BC5A918-A1AF-451C-B807-BABB09B52418}" type="pres">
      <dgm:prSet presAssocID="{E240FB28-F7D5-49CD-8D55-74E62E6CD297}" presName="parTx" presStyleLbl="revTx" presStyleIdx="0" presStyleCnt="4">
        <dgm:presLayoutVars>
          <dgm:chMax val="0"/>
          <dgm:chPref val="0"/>
        </dgm:presLayoutVars>
      </dgm:prSet>
      <dgm:spPr/>
    </dgm:pt>
    <dgm:pt modelId="{7D51E203-4C42-44B7-A7D0-B9560AAF632C}" type="pres">
      <dgm:prSet presAssocID="{E240FB28-F7D5-49CD-8D55-74E62E6CD297}" presName="desTx" presStyleLbl="revTx" presStyleIdx="1" presStyleCnt="4">
        <dgm:presLayoutVars/>
      </dgm:prSet>
      <dgm:spPr/>
    </dgm:pt>
    <dgm:pt modelId="{0232E4CC-3E10-4322-9BD4-57439B1D5118}" type="pres">
      <dgm:prSet presAssocID="{020B54D0-40BB-4DDA-8003-6A3CE21F24A6}" presName="sibTrans" presStyleCnt="0"/>
      <dgm:spPr/>
    </dgm:pt>
    <dgm:pt modelId="{300C6FE3-3D24-4384-B6B3-087100AA9FA2}" type="pres">
      <dgm:prSet presAssocID="{1FD199E1-259C-4043-B523-1A0CC3B650CB}" presName="compNode" presStyleCnt="0"/>
      <dgm:spPr/>
    </dgm:pt>
    <dgm:pt modelId="{5D99437C-CA43-4279-AA2C-F59F06F5B823}" type="pres">
      <dgm:prSet presAssocID="{1FD199E1-259C-4043-B523-1A0CC3B650CB}" presName="bgRect" presStyleLbl="bgShp" presStyleIdx="1" presStyleCnt="3"/>
      <dgm:spPr/>
    </dgm:pt>
    <dgm:pt modelId="{8EDA1A41-B005-49E3-9120-1054020876DA}" type="pres">
      <dgm:prSet presAssocID="{1FD199E1-259C-4043-B523-1A0CC3B650C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o sign"/>
        </a:ext>
      </dgm:extLst>
    </dgm:pt>
    <dgm:pt modelId="{1EF4E1EB-BA88-42A5-B5DB-48384A0C6AF7}" type="pres">
      <dgm:prSet presAssocID="{1FD199E1-259C-4043-B523-1A0CC3B650CB}" presName="spaceRect" presStyleCnt="0"/>
      <dgm:spPr/>
    </dgm:pt>
    <dgm:pt modelId="{337139A4-4F21-44D2-BC5F-89F199FB0A35}" type="pres">
      <dgm:prSet presAssocID="{1FD199E1-259C-4043-B523-1A0CC3B650CB}" presName="parTx" presStyleLbl="revTx" presStyleIdx="2" presStyleCnt="4">
        <dgm:presLayoutVars>
          <dgm:chMax val="0"/>
          <dgm:chPref val="0"/>
        </dgm:presLayoutVars>
      </dgm:prSet>
      <dgm:spPr/>
    </dgm:pt>
    <dgm:pt modelId="{D2592910-655C-41AD-806E-1245F38D7414}" type="pres">
      <dgm:prSet presAssocID="{531743C3-B64B-4EDE-9CA8-C800D0E96F4E}" presName="sibTrans" presStyleCnt="0"/>
      <dgm:spPr/>
    </dgm:pt>
    <dgm:pt modelId="{3EE5F665-DEBC-4289-B273-7E18FA34A65B}" type="pres">
      <dgm:prSet presAssocID="{FBB33B79-C7BF-41BB-BB2D-6879D6BA7812}" presName="compNode" presStyleCnt="0"/>
      <dgm:spPr/>
    </dgm:pt>
    <dgm:pt modelId="{07E3F4E8-2718-40DD-B4BC-14FD06680FF0}" type="pres">
      <dgm:prSet presAssocID="{FBB33B79-C7BF-41BB-BB2D-6879D6BA7812}" presName="bgRect" presStyleLbl="bgShp" presStyleIdx="2" presStyleCnt="3"/>
      <dgm:spPr>
        <a:solidFill>
          <a:schemeClr val="accent1"/>
        </a:solidFill>
      </dgm:spPr>
    </dgm:pt>
    <dgm:pt modelId="{0F93C902-FF46-4DFC-9BB9-B671BB92018C}" type="pres">
      <dgm:prSet presAssocID="{FBB33B79-C7BF-41BB-BB2D-6879D6BA781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sbloquear"/>
        </a:ext>
      </dgm:extLst>
    </dgm:pt>
    <dgm:pt modelId="{C0762FBC-71CA-46B6-BF0E-CA8C4D5CDE33}" type="pres">
      <dgm:prSet presAssocID="{FBB33B79-C7BF-41BB-BB2D-6879D6BA7812}" presName="spaceRect" presStyleCnt="0"/>
      <dgm:spPr/>
    </dgm:pt>
    <dgm:pt modelId="{54E80435-F7ED-4172-B9C3-35D023012D1C}" type="pres">
      <dgm:prSet presAssocID="{FBB33B79-C7BF-41BB-BB2D-6879D6BA781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2D6F7201-641B-46A3-86D9-6B859EBC7908}" type="presOf" srcId="{D6123ACA-CDEA-45AF-BAFA-84FD32FBD756}" destId="{7D51E203-4C42-44B7-A7D0-B9560AAF632C}" srcOrd="0" destOrd="1" presId="urn:microsoft.com/office/officeart/2018/2/layout/IconVerticalSolidList"/>
    <dgm:cxn modelId="{75A06E0D-D147-4EA5-9E16-6444773038F4}" srcId="{96A58CF9-D438-48F3-BFA2-EB9117319F63}" destId="{FBB33B79-C7BF-41BB-BB2D-6879D6BA7812}" srcOrd="2" destOrd="0" parTransId="{9EB25303-FE14-4A34-B6C7-74F7ECF61B6E}" sibTransId="{93B8C8B3-4483-45D6-A41E-E5AAFCA86E22}"/>
    <dgm:cxn modelId="{41AD3720-086B-4CF9-9635-DB1CE71CF719}" srcId="{96A58CF9-D438-48F3-BFA2-EB9117319F63}" destId="{1FD199E1-259C-4043-B523-1A0CC3B650CB}" srcOrd="1" destOrd="0" parTransId="{CA828AB2-8CFD-4FA4-94F4-4B6D66DA402C}" sibTransId="{531743C3-B64B-4EDE-9CA8-C800D0E96F4E}"/>
    <dgm:cxn modelId="{98920735-912B-4FA3-B944-F8005240A0BE}" srcId="{96A58CF9-D438-48F3-BFA2-EB9117319F63}" destId="{E240FB28-F7D5-49CD-8D55-74E62E6CD297}" srcOrd="0" destOrd="0" parTransId="{F376A743-CB57-454D-AB35-BCDDF8335B0A}" sibTransId="{020B54D0-40BB-4DDA-8003-6A3CE21F24A6}"/>
    <dgm:cxn modelId="{E69FE33E-35AC-4CB7-B6E5-4190B7902917}" type="presOf" srcId="{96A58CF9-D438-48F3-BFA2-EB9117319F63}" destId="{A7B15CEE-F364-464C-981B-C9EC2DE6D08E}" srcOrd="0" destOrd="0" presId="urn:microsoft.com/office/officeart/2018/2/layout/IconVerticalSolidList"/>
    <dgm:cxn modelId="{4F50AB3F-A3BC-4C47-8A2B-2DB28F857803}" srcId="{E240FB28-F7D5-49CD-8D55-74E62E6CD297}" destId="{8B3B293D-3DC6-4B1B-A96E-A6A56EE67348}" srcOrd="0" destOrd="0" parTransId="{7D7A9FCF-4403-4242-874D-E03BF7BA77B9}" sibTransId="{6BAC439C-174B-478F-9D1E-3FFC682187B8}"/>
    <dgm:cxn modelId="{CBDA9B92-A2B6-4EE3-A36F-37E0C0D0D480}" type="presOf" srcId="{8B3B293D-3DC6-4B1B-A96E-A6A56EE67348}" destId="{7D51E203-4C42-44B7-A7D0-B9560AAF632C}" srcOrd="0" destOrd="0" presId="urn:microsoft.com/office/officeart/2018/2/layout/IconVerticalSolidList"/>
    <dgm:cxn modelId="{564B0596-F36C-4A7D-BE50-7F4BFCCD05EB}" type="presOf" srcId="{FBB33B79-C7BF-41BB-BB2D-6879D6BA7812}" destId="{54E80435-F7ED-4172-B9C3-35D023012D1C}" srcOrd="0" destOrd="0" presId="urn:microsoft.com/office/officeart/2018/2/layout/IconVerticalSolidList"/>
    <dgm:cxn modelId="{90F00FC0-BD02-40B1-831A-2C1A182B8534}" type="presOf" srcId="{1FD199E1-259C-4043-B523-1A0CC3B650CB}" destId="{337139A4-4F21-44D2-BC5F-89F199FB0A35}" srcOrd="0" destOrd="0" presId="urn:microsoft.com/office/officeart/2018/2/layout/IconVerticalSolidList"/>
    <dgm:cxn modelId="{E66F2CCC-6538-4CDC-A8C7-5A9773EA9DBE}" srcId="{E240FB28-F7D5-49CD-8D55-74E62E6CD297}" destId="{D6123ACA-CDEA-45AF-BAFA-84FD32FBD756}" srcOrd="1" destOrd="0" parTransId="{AFC77754-04CE-486C-8D1F-5D007242F188}" sibTransId="{E89B5760-CC6F-426C-BCE4-DEFD3C15C818}"/>
    <dgm:cxn modelId="{9341F1D0-F58E-4BE6-A357-16D2B8BFC983}" type="presOf" srcId="{E240FB28-F7D5-49CD-8D55-74E62E6CD297}" destId="{9BC5A918-A1AF-451C-B807-BABB09B52418}" srcOrd="0" destOrd="0" presId="urn:microsoft.com/office/officeart/2018/2/layout/IconVerticalSolidList"/>
    <dgm:cxn modelId="{CE514523-6935-4430-BFCF-B74BDF8D82AC}" type="presParOf" srcId="{A7B15CEE-F364-464C-981B-C9EC2DE6D08E}" destId="{73CDE460-7AAF-472A-B9C7-85BD83147A93}" srcOrd="0" destOrd="0" presId="urn:microsoft.com/office/officeart/2018/2/layout/IconVerticalSolidList"/>
    <dgm:cxn modelId="{FE9A8620-8134-424C-AE69-2A86FC0E4385}" type="presParOf" srcId="{73CDE460-7AAF-472A-B9C7-85BD83147A93}" destId="{81D0ED55-AB24-47A0-ABDA-F3EEBE51B4D7}" srcOrd="0" destOrd="0" presId="urn:microsoft.com/office/officeart/2018/2/layout/IconVerticalSolidList"/>
    <dgm:cxn modelId="{D8A824C8-569E-4A21-A054-93971B895973}" type="presParOf" srcId="{73CDE460-7AAF-472A-B9C7-85BD83147A93}" destId="{51D6A7F4-19A4-486B-B254-5486B31B7CA2}" srcOrd="1" destOrd="0" presId="urn:microsoft.com/office/officeart/2018/2/layout/IconVerticalSolidList"/>
    <dgm:cxn modelId="{3AB4CF57-70FF-4F4B-85A8-DEE3A1E9E66C}" type="presParOf" srcId="{73CDE460-7AAF-472A-B9C7-85BD83147A93}" destId="{41C6D001-1A33-48FC-A1FF-06DA444FF4D5}" srcOrd="2" destOrd="0" presId="urn:microsoft.com/office/officeart/2018/2/layout/IconVerticalSolidList"/>
    <dgm:cxn modelId="{4E42C1BF-8AB7-4967-825D-20A40069AA67}" type="presParOf" srcId="{73CDE460-7AAF-472A-B9C7-85BD83147A93}" destId="{9BC5A918-A1AF-451C-B807-BABB09B52418}" srcOrd="3" destOrd="0" presId="urn:microsoft.com/office/officeart/2018/2/layout/IconVerticalSolidList"/>
    <dgm:cxn modelId="{36DE206F-A71C-4A3A-8F6C-A178C94423BD}" type="presParOf" srcId="{73CDE460-7AAF-472A-B9C7-85BD83147A93}" destId="{7D51E203-4C42-44B7-A7D0-B9560AAF632C}" srcOrd="4" destOrd="0" presId="urn:microsoft.com/office/officeart/2018/2/layout/IconVerticalSolidList"/>
    <dgm:cxn modelId="{B6ABBF2C-7625-461B-B6B6-1A983617B19A}" type="presParOf" srcId="{A7B15CEE-F364-464C-981B-C9EC2DE6D08E}" destId="{0232E4CC-3E10-4322-9BD4-57439B1D5118}" srcOrd="1" destOrd="0" presId="urn:microsoft.com/office/officeart/2018/2/layout/IconVerticalSolidList"/>
    <dgm:cxn modelId="{016C66DD-B5D1-497E-B20C-3A4F91EF7BC4}" type="presParOf" srcId="{A7B15CEE-F364-464C-981B-C9EC2DE6D08E}" destId="{300C6FE3-3D24-4384-B6B3-087100AA9FA2}" srcOrd="2" destOrd="0" presId="urn:microsoft.com/office/officeart/2018/2/layout/IconVerticalSolidList"/>
    <dgm:cxn modelId="{FD1F735B-55F8-429A-B142-89AC120040A7}" type="presParOf" srcId="{300C6FE3-3D24-4384-B6B3-087100AA9FA2}" destId="{5D99437C-CA43-4279-AA2C-F59F06F5B823}" srcOrd="0" destOrd="0" presId="urn:microsoft.com/office/officeart/2018/2/layout/IconVerticalSolidList"/>
    <dgm:cxn modelId="{5FB184D0-2DC8-4DC8-B15C-E9DF8BE9BFF6}" type="presParOf" srcId="{300C6FE3-3D24-4384-B6B3-087100AA9FA2}" destId="{8EDA1A41-B005-49E3-9120-1054020876DA}" srcOrd="1" destOrd="0" presId="urn:microsoft.com/office/officeart/2018/2/layout/IconVerticalSolidList"/>
    <dgm:cxn modelId="{EB8AFB4B-704C-49D6-9BE4-6820AF9F4E4B}" type="presParOf" srcId="{300C6FE3-3D24-4384-B6B3-087100AA9FA2}" destId="{1EF4E1EB-BA88-42A5-B5DB-48384A0C6AF7}" srcOrd="2" destOrd="0" presId="urn:microsoft.com/office/officeart/2018/2/layout/IconVerticalSolidList"/>
    <dgm:cxn modelId="{491C4570-E5ED-4DAC-B41C-7A13FD99AD3B}" type="presParOf" srcId="{300C6FE3-3D24-4384-B6B3-087100AA9FA2}" destId="{337139A4-4F21-44D2-BC5F-89F199FB0A35}" srcOrd="3" destOrd="0" presId="urn:microsoft.com/office/officeart/2018/2/layout/IconVerticalSolidList"/>
    <dgm:cxn modelId="{ECF13AAB-D101-407B-9830-D0B651329211}" type="presParOf" srcId="{A7B15CEE-F364-464C-981B-C9EC2DE6D08E}" destId="{D2592910-655C-41AD-806E-1245F38D7414}" srcOrd="3" destOrd="0" presId="urn:microsoft.com/office/officeart/2018/2/layout/IconVerticalSolidList"/>
    <dgm:cxn modelId="{80C47E8B-BA69-452F-BEF2-E339F618677D}" type="presParOf" srcId="{A7B15CEE-F364-464C-981B-C9EC2DE6D08E}" destId="{3EE5F665-DEBC-4289-B273-7E18FA34A65B}" srcOrd="4" destOrd="0" presId="urn:microsoft.com/office/officeart/2018/2/layout/IconVerticalSolidList"/>
    <dgm:cxn modelId="{4F14700F-5197-452E-ABF5-D61B4492D55B}" type="presParOf" srcId="{3EE5F665-DEBC-4289-B273-7E18FA34A65B}" destId="{07E3F4E8-2718-40DD-B4BC-14FD06680FF0}" srcOrd="0" destOrd="0" presId="urn:microsoft.com/office/officeart/2018/2/layout/IconVerticalSolidList"/>
    <dgm:cxn modelId="{38610400-8F66-481A-9236-7B778A8977BB}" type="presParOf" srcId="{3EE5F665-DEBC-4289-B273-7E18FA34A65B}" destId="{0F93C902-FF46-4DFC-9BB9-B671BB92018C}" srcOrd="1" destOrd="0" presId="urn:microsoft.com/office/officeart/2018/2/layout/IconVerticalSolidList"/>
    <dgm:cxn modelId="{670F9D5A-1657-4411-BBEE-E08B1AC2EC3D}" type="presParOf" srcId="{3EE5F665-DEBC-4289-B273-7E18FA34A65B}" destId="{C0762FBC-71CA-46B6-BF0E-CA8C4D5CDE33}" srcOrd="2" destOrd="0" presId="urn:microsoft.com/office/officeart/2018/2/layout/IconVerticalSolidList"/>
    <dgm:cxn modelId="{26085AC0-D26C-46F5-BD5A-451700356BF6}" type="presParOf" srcId="{3EE5F665-DEBC-4289-B273-7E18FA34A65B}" destId="{54E80435-F7ED-4172-B9C3-35D023012D1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97C5F64-E52B-4BE2-828E-8FE084D6919D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43D4545-6865-4DC8-9A00-453A3E486CFC}">
      <dgm:prSet/>
      <dgm:spPr/>
      <dgm:t>
        <a:bodyPr/>
        <a:lstStyle/>
        <a:p>
          <a:pPr rtl="0"/>
          <a:r>
            <a:rPr lang="pt-BR">
              <a:latin typeface="Aptos Display" panose="02110004020202020204"/>
            </a:rPr>
            <a:t> </a:t>
          </a:r>
          <a:r>
            <a:rPr lang="pt-BR"/>
            <a:t>⌨︎ </a:t>
          </a:r>
          <a:r>
            <a:rPr lang="pt-BR">
              <a:latin typeface="Aptos Display" panose="02110004020202020204"/>
            </a:rPr>
            <a:t>Hardwares: </a:t>
          </a:r>
          <a:endParaRPr lang="en-US">
            <a:latin typeface="Aptos Display" panose="02110004020202020204"/>
          </a:endParaRPr>
        </a:p>
      </dgm:t>
    </dgm:pt>
    <dgm:pt modelId="{30AB85D3-F47F-4142-B599-7129C4BF47E1}" type="parTrans" cxnId="{21F4B8D0-B7DE-4ABC-BAA4-937AB0AF9BE9}">
      <dgm:prSet/>
      <dgm:spPr/>
      <dgm:t>
        <a:bodyPr/>
        <a:lstStyle/>
        <a:p>
          <a:endParaRPr lang="en-US"/>
        </a:p>
      </dgm:t>
    </dgm:pt>
    <dgm:pt modelId="{D6FDA2F6-F28D-485F-93F1-BF84536FF0FC}" type="sibTrans" cxnId="{21F4B8D0-B7DE-4ABC-BAA4-937AB0AF9BE9}">
      <dgm:prSet/>
      <dgm:spPr/>
      <dgm:t>
        <a:bodyPr/>
        <a:lstStyle/>
        <a:p>
          <a:endParaRPr lang="en-US"/>
        </a:p>
      </dgm:t>
    </dgm:pt>
    <dgm:pt modelId="{FE3441DA-9132-41CD-A321-786ADC951769}">
      <dgm:prSet/>
      <dgm:spPr/>
      <dgm:t>
        <a:bodyPr/>
        <a:lstStyle/>
        <a:p>
          <a:pPr rtl="0"/>
          <a:r>
            <a:rPr lang="pt-BR">
              <a:latin typeface="Aptos Display" panose="02110004020202020204"/>
            </a:rPr>
            <a:t> </a:t>
          </a:r>
          <a:r>
            <a:rPr lang="pt-BR"/>
            <a:t>✉︎ </a:t>
          </a:r>
          <a:r>
            <a:rPr lang="pt-BR">
              <a:latin typeface="Aptos Display" panose="02110004020202020204"/>
            </a:rPr>
            <a:t>Python Libraries Used</a:t>
          </a:r>
          <a:r>
            <a:rPr lang="pt-BR"/>
            <a:t>:</a:t>
          </a:r>
          <a:endParaRPr lang="en-US"/>
        </a:p>
      </dgm:t>
    </dgm:pt>
    <dgm:pt modelId="{48ABBB0D-1477-43DE-875D-E46D49C8D4FF}" type="parTrans" cxnId="{19B278FA-F1DF-45FB-AE05-37DFE55FDAA7}">
      <dgm:prSet/>
      <dgm:spPr/>
      <dgm:t>
        <a:bodyPr/>
        <a:lstStyle/>
        <a:p>
          <a:endParaRPr lang="en-US"/>
        </a:p>
      </dgm:t>
    </dgm:pt>
    <dgm:pt modelId="{C014A507-F323-4BE5-A891-C45E5B397D84}" type="sibTrans" cxnId="{19B278FA-F1DF-45FB-AE05-37DFE55FDAA7}">
      <dgm:prSet/>
      <dgm:spPr/>
      <dgm:t>
        <a:bodyPr/>
        <a:lstStyle/>
        <a:p>
          <a:endParaRPr lang="en-US"/>
        </a:p>
      </dgm:t>
    </dgm:pt>
    <dgm:pt modelId="{47A233A6-28D0-4F30-BB84-8E28F0F52D4D}">
      <dgm:prSet/>
      <dgm:spPr/>
      <dgm:t>
        <a:bodyPr/>
        <a:lstStyle/>
        <a:p>
          <a:pPr rtl="0"/>
          <a:r>
            <a:rPr lang="pt-BR">
              <a:latin typeface="Aptos Display" panose="02110004020202020204"/>
            </a:rPr>
            <a:t> Pandas</a:t>
          </a:r>
          <a:r>
            <a:rPr lang="pt-BR"/>
            <a:t> (dataframe)</a:t>
          </a:r>
          <a:endParaRPr lang="en-US"/>
        </a:p>
      </dgm:t>
    </dgm:pt>
    <dgm:pt modelId="{4508C11C-0965-4513-BC84-020E42C134C1}" type="parTrans" cxnId="{BC97FBA5-1FA6-446E-AAC0-C861352CA52C}">
      <dgm:prSet/>
      <dgm:spPr/>
      <dgm:t>
        <a:bodyPr/>
        <a:lstStyle/>
        <a:p>
          <a:endParaRPr lang="en-US"/>
        </a:p>
      </dgm:t>
    </dgm:pt>
    <dgm:pt modelId="{4A9CEA14-F65A-4D9B-9728-2C3DE0665CB6}" type="sibTrans" cxnId="{BC97FBA5-1FA6-446E-AAC0-C861352CA52C}">
      <dgm:prSet/>
      <dgm:spPr/>
      <dgm:t>
        <a:bodyPr/>
        <a:lstStyle/>
        <a:p>
          <a:endParaRPr lang="en-US"/>
        </a:p>
      </dgm:t>
    </dgm:pt>
    <dgm:pt modelId="{69F45991-4FE9-4D98-95DB-1F84CB3A3B1A}">
      <dgm:prSet/>
      <dgm:spPr/>
      <dgm:t>
        <a:bodyPr/>
        <a:lstStyle/>
        <a:p>
          <a:pPr rtl="0"/>
          <a:r>
            <a:rPr lang="pt-BR">
              <a:latin typeface="Aptos Display" panose="02110004020202020204"/>
            </a:rPr>
            <a:t> </a:t>
          </a:r>
          <a:r>
            <a:rPr lang="pt-BR"/>
            <a:t>Matplotlib (pyplot)</a:t>
          </a:r>
          <a:endParaRPr lang="en-US"/>
        </a:p>
      </dgm:t>
    </dgm:pt>
    <dgm:pt modelId="{0E472BCE-8794-4F03-B6B9-8BAFECE1F983}" type="parTrans" cxnId="{5BC65781-7B79-41E7-96FC-8FF2B4330F3B}">
      <dgm:prSet/>
      <dgm:spPr/>
      <dgm:t>
        <a:bodyPr/>
        <a:lstStyle/>
        <a:p>
          <a:endParaRPr lang="en-US"/>
        </a:p>
      </dgm:t>
    </dgm:pt>
    <dgm:pt modelId="{333348DC-D187-4A7B-A268-80607164EBA2}" type="sibTrans" cxnId="{5BC65781-7B79-41E7-96FC-8FF2B4330F3B}">
      <dgm:prSet/>
      <dgm:spPr/>
      <dgm:t>
        <a:bodyPr/>
        <a:lstStyle/>
        <a:p>
          <a:endParaRPr lang="en-US"/>
        </a:p>
      </dgm:t>
    </dgm:pt>
    <dgm:pt modelId="{3EFAA035-586C-4CE8-9A15-BE0D630FEB1C}">
      <dgm:prSet/>
      <dgm:spPr/>
      <dgm:t>
        <a:bodyPr/>
        <a:lstStyle/>
        <a:p>
          <a:pPr rtl="0"/>
          <a:r>
            <a:rPr lang="pt-BR">
              <a:latin typeface="Aptos Display" panose="02110004020202020204"/>
            </a:rPr>
            <a:t> </a:t>
          </a:r>
          <a:r>
            <a:rPr lang="pt-BR"/>
            <a:t>Threading (Thread, current_thread, Lock, Semaphore)</a:t>
          </a:r>
          <a:endParaRPr lang="en-US"/>
        </a:p>
      </dgm:t>
    </dgm:pt>
    <dgm:pt modelId="{BFC0DFE6-A3CA-448E-93F4-206DB6ABBFA1}" type="parTrans" cxnId="{88C880A1-C2A7-4737-801A-BEF0495C0ACE}">
      <dgm:prSet/>
      <dgm:spPr/>
      <dgm:t>
        <a:bodyPr/>
        <a:lstStyle/>
        <a:p>
          <a:endParaRPr lang="en-US"/>
        </a:p>
      </dgm:t>
    </dgm:pt>
    <dgm:pt modelId="{2E576385-C24C-4766-A71E-9B5F836ADA3C}" type="sibTrans" cxnId="{88C880A1-C2A7-4737-801A-BEF0495C0ACE}">
      <dgm:prSet/>
      <dgm:spPr/>
      <dgm:t>
        <a:bodyPr/>
        <a:lstStyle/>
        <a:p>
          <a:endParaRPr lang="en-US"/>
        </a:p>
      </dgm:t>
    </dgm:pt>
    <dgm:pt modelId="{C729DA98-EDE9-444F-8031-C3DAF1473027}">
      <dgm:prSet/>
      <dgm:spPr/>
      <dgm:t>
        <a:bodyPr/>
        <a:lstStyle/>
        <a:p>
          <a:pPr rtl="0"/>
          <a:r>
            <a:rPr lang="pt-BR">
              <a:latin typeface="Aptos Display" panose="02110004020202020204"/>
            </a:rPr>
            <a:t> </a:t>
          </a:r>
          <a:r>
            <a:rPr lang="pt-BR"/>
            <a:t>Multiprocessing (freeze_support, cpu_count, current_process)</a:t>
          </a:r>
          <a:endParaRPr lang="en-US"/>
        </a:p>
      </dgm:t>
    </dgm:pt>
    <dgm:pt modelId="{2876A2F0-A504-4A11-83E9-A8E13DE96E96}" type="parTrans" cxnId="{7272C632-1C55-4643-9268-5F0538F44385}">
      <dgm:prSet/>
      <dgm:spPr/>
      <dgm:t>
        <a:bodyPr/>
        <a:lstStyle/>
        <a:p>
          <a:endParaRPr lang="en-US"/>
        </a:p>
      </dgm:t>
    </dgm:pt>
    <dgm:pt modelId="{EC8B6055-85D9-45A0-A84A-EA2D932AA442}" type="sibTrans" cxnId="{7272C632-1C55-4643-9268-5F0538F44385}">
      <dgm:prSet/>
      <dgm:spPr/>
      <dgm:t>
        <a:bodyPr/>
        <a:lstStyle/>
        <a:p>
          <a:endParaRPr lang="en-US"/>
        </a:p>
      </dgm:t>
    </dgm:pt>
    <dgm:pt modelId="{3FC71F60-8D73-4CAC-A73F-D593297D19D8}">
      <dgm:prSet/>
      <dgm:spPr/>
      <dgm:t>
        <a:bodyPr/>
        <a:lstStyle/>
        <a:p>
          <a:pPr rtl="0"/>
          <a:r>
            <a:rPr lang="pt-BR">
              <a:latin typeface="Aptos Display" panose="02110004020202020204"/>
            </a:rPr>
            <a:t> </a:t>
          </a:r>
          <a:r>
            <a:rPr lang="pt-BR"/>
            <a:t>Queue (queue, empty)</a:t>
          </a:r>
          <a:endParaRPr lang="en-US"/>
        </a:p>
      </dgm:t>
    </dgm:pt>
    <dgm:pt modelId="{3A5ABA10-072A-4836-95EF-C655833F975A}" type="parTrans" cxnId="{2497F4AA-5A2C-4E01-A2FF-B4E10BC9FE78}">
      <dgm:prSet/>
      <dgm:spPr/>
      <dgm:t>
        <a:bodyPr/>
        <a:lstStyle/>
        <a:p>
          <a:endParaRPr lang="en-US"/>
        </a:p>
      </dgm:t>
    </dgm:pt>
    <dgm:pt modelId="{46B166B0-B88A-4EE6-9302-CBC62DC66E9A}" type="sibTrans" cxnId="{2497F4AA-5A2C-4E01-A2FF-B4E10BC9FE78}">
      <dgm:prSet/>
      <dgm:spPr/>
      <dgm:t>
        <a:bodyPr/>
        <a:lstStyle/>
        <a:p>
          <a:endParaRPr lang="en-US"/>
        </a:p>
      </dgm:t>
    </dgm:pt>
    <dgm:pt modelId="{85296945-5863-4CB9-B8BF-230C4FBBCCAC}">
      <dgm:prSet/>
      <dgm:spPr/>
      <dgm:t>
        <a:bodyPr/>
        <a:lstStyle/>
        <a:p>
          <a:pPr rtl="0"/>
          <a:r>
            <a:rPr lang="pt-BR">
              <a:latin typeface="Aptos Display" panose="02110004020202020204"/>
            </a:rPr>
            <a:t> </a:t>
          </a:r>
          <a:r>
            <a:rPr lang="pt-BR"/>
            <a:t>Concurrent.futures (ThreadPoolExecutor, ProcessPoolExecutor)</a:t>
          </a:r>
          <a:endParaRPr lang="en-US"/>
        </a:p>
      </dgm:t>
    </dgm:pt>
    <dgm:pt modelId="{8CBA7E34-573B-4D2F-AEF2-EE03FA1FECFC}" type="parTrans" cxnId="{AB6C01A7-82DA-405B-A684-BA0D7B5ACEA3}">
      <dgm:prSet/>
      <dgm:spPr/>
      <dgm:t>
        <a:bodyPr/>
        <a:lstStyle/>
        <a:p>
          <a:endParaRPr lang="en-US"/>
        </a:p>
      </dgm:t>
    </dgm:pt>
    <dgm:pt modelId="{12D43411-9035-4100-B8AC-DA5AD88461C4}" type="sibTrans" cxnId="{AB6C01A7-82DA-405B-A684-BA0D7B5ACEA3}">
      <dgm:prSet/>
      <dgm:spPr/>
      <dgm:t>
        <a:bodyPr/>
        <a:lstStyle/>
        <a:p>
          <a:endParaRPr lang="en-US"/>
        </a:p>
      </dgm:t>
    </dgm:pt>
    <dgm:pt modelId="{51128CE6-FE91-4927-800A-71E1B0C75FA6}">
      <dgm:prSet/>
      <dgm:spPr/>
      <dgm:t>
        <a:bodyPr/>
        <a:lstStyle/>
        <a:p>
          <a:pPr rtl="0"/>
          <a:r>
            <a:rPr lang="pt-BR">
              <a:latin typeface="Aptos Display" panose="02110004020202020204"/>
            </a:rPr>
            <a:t> </a:t>
          </a:r>
          <a:r>
            <a:rPr lang="pt-BR"/>
            <a:t>Numpy (mean, std, array, number, min, max)</a:t>
          </a:r>
          <a:endParaRPr lang="en-US"/>
        </a:p>
      </dgm:t>
    </dgm:pt>
    <dgm:pt modelId="{2B60C3E4-9288-4862-8B87-0D36F648122E}" type="parTrans" cxnId="{77BE8341-24C8-4FFF-AB40-63FB0400BD31}">
      <dgm:prSet/>
      <dgm:spPr/>
      <dgm:t>
        <a:bodyPr/>
        <a:lstStyle/>
        <a:p>
          <a:endParaRPr lang="en-US"/>
        </a:p>
      </dgm:t>
    </dgm:pt>
    <dgm:pt modelId="{D874E1BC-3BA2-4425-8598-AFA6BF91988C}" type="sibTrans" cxnId="{77BE8341-24C8-4FFF-AB40-63FB0400BD31}">
      <dgm:prSet/>
      <dgm:spPr/>
      <dgm:t>
        <a:bodyPr/>
        <a:lstStyle/>
        <a:p>
          <a:endParaRPr lang="en-US"/>
        </a:p>
      </dgm:t>
    </dgm:pt>
    <dgm:pt modelId="{4E9D5D7C-938C-450D-A588-33AFE6495DE1}">
      <dgm:prSet/>
      <dgm:spPr/>
      <dgm:t>
        <a:bodyPr/>
        <a:lstStyle/>
        <a:p>
          <a:pPr rtl="0"/>
          <a:r>
            <a:rPr lang="pt-BR">
              <a:latin typeface="Aptos Display" panose="02110004020202020204"/>
            </a:rPr>
            <a:t> </a:t>
          </a:r>
          <a:r>
            <a:rPr lang="pt-BR"/>
            <a:t>Psutil (Process().memory info().rss)</a:t>
          </a:r>
          <a:endParaRPr lang="en-US"/>
        </a:p>
      </dgm:t>
    </dgm:pt>
    <dgm:pt modelId="{7CE86783-0832-451E-BDC9-B2BDF32897BC}" type="parTrans" cxnId="{98A0A7B5-9D9E-43DA-AC54-6C5CAE08FDA8}">
      <dgm:prSet/>
      <dgm:spPr/>
      <dgm:t>
        <a:bodyPr/>
        <a:lstStyle/>
        <a:p>
          <a:endParaRPr lang="en-US"/>
        </a:p>
      </dgm:t>
    </dgm:pt>
    <dgm:pt modelId="{98326C29-247F-4602-998A-BA2E29AC273C}" type="sibTrans" cxnId="{98A0A7B5-9D9E-43DA-AC54-6C5CAE08FDA8}">
      <dgm:prSet/>
      <dgm:spPr/>
      <dgm:t>
        <a:bodyPr/>
        <a:lstStyle/>
        <a:p>
          <a:endParaRPr lang="en-US"/>
        </a:p>
      </dgm:t>
    </dgm:pt>
    <dgm:pt modelId="{7F954D1B-5EC0-4002-B90F-A0E8E74C78FE}">
      <dgm:prSet/>
      <dgm:spPr/>
      <dgm:t>
        <a:bodyPr/>
        <a:lstStyle/>
        <a:p>
          <a:pPr rtl="0"/>
          <a:r>
            <a:rPr lang="pt-BR">
              <a:latin typeface="Aptos Display" panose="02110004020202020204"/>
            </a:rPr>
            <a:t> </a:t>
          </a:r>
          <a:r>
            <a:rPr lang="pt-BR"/>
            <a:t>♻︎ </a:t>
          </a:r>
          <a:r>
            <a:rPr lang="pt-BR">
              <a:latin typeface="Aptos Display" panose="02110004020202020204"/>
            </a:rPr>
            <a:t>Realized Tests</a:t>
          </a:r>
          <a:r>
            <a:rPr lang="pt-BR"/>
            <a:t>:</a:t>
          </a:r>
          <a:endParaRPr lang="en-US"/>
        </a:p>
      </dgm:t>
    </dgm:pt>
    <dgm:pt modelId="{BFB9F243-7801-4ADB-8CF8-83BD71D87562}" type="parTrans" cxnId="{9C1A5411-91D2-4741-83FD-4ADD8EAA3907}">
      <dgm:prSet/>
      <dgm:spPr/>
      <dgm:t>
        <a:bodyPr/>
        <a:lstStyle/>
        <a:p>
          <a:endParaRPr lang="en-US"/>
        </a:p>
      </dgm:t>
    </dgm:pt>
    <dgm:pt modelId="{981A156A-763A-40BD-BD3B-A3017B457B35}" type="sibTrans" cxnId="{9C1A5411-91D2-4741-83FD-4ADD8EAA3907}">
      <dgm:prSet/>
      <dgm:spPr/>
      <dgm:t>
        <a:bodyPr/>
        <a:lstStyle/>
        <a:p>
          <a:endParaRPr lang="en-US"/>
        </a:p>
      </dgm:t>
    </dgm:pt>
    <dgm:pt modelId="{5C535853-C0B9-46B0-9EFA-6D64C2BB1056}">
      <dgm:prSet/>
      <dgm:spPr/>
      <dgm:t>
        <a:bodyPr/>
        <a:lstStyle/>
        <a:p>
          <a:pPr rtl="0"/>
          <a:r>
            <a:rPr lang="pt-BR">
              <a:latin typeface="Aptos Display" panose="02110004020202020204"/>
            </a:rPr>
            <a:t> </a:t>
          </a:r>
          <a:r>
            <a:rPr lang="pt-BR"/>
            <a:t>Threading</a:t>
          </a:r>
          <a:r>
            <a:rPr lang="pt-BR">
              <a:latin typeface="Aptos Display" panose="02110004020202020204"/>
            </a:rPr>
            <a:t> -</a:t>
          </a:r>
          <a:r>
            <a:rPr lang="pt-BR"/>
            <a:t> 5x</a:t>
          </a:r>
          <a:r>
            <a:rPr lang="pt-BR">
              <a:latin typeface="Aptos Display" panose="02110004020202020204"/>
            </a:rPr>
            <a:t> - </a:t>
          </a:r>
          <a:r>
            <a:rPr lang="pt-BR"/>
            <a:t>Scalable threading </a:t>
          </a:r>
          <a:r>
            <a:rPr lang="pt-BR" sz="1100">
              <a:latin typeface="Calibri"/>
              <a:ea typeface="Calibri"/>
              <a:cs typeface="Calibri"/>
            </a:rPr>
            <a:t>intensive calculation </a:t>
          </a:r>
          <a:r>
            <a:rPr lang="pt-BR">
              <a:latin typeface="Aptos Display" panose="02110004020202020204"/>
            </a:rPr>
            <a:t>tests</a:t>
          </a:r>
          <a:r>
            <a:rPr lang="pt-BR"/>
            <a:t> </a:t>
          </a:r>
          <a:r>
            <a:rPr lang="pt-BR" sz="1100">
              <a:latin typeface="Calibri"/>
              <a:ea typeface="Calibri"/>
              <a:cs typeface="Calibri"/>
            </a:rPr>
            <a:t>(summing from 1 to a large random number),</a:t>
          </a:r>
          <a:r>
            <a:rPr lang="pt-BR"/>
            <a:t> using different numbers of threads</a:t>
          </a:r>
          <a:endParaRPr lang="pt-BR" sz="1800"/>
        </a:p>
      </dgm:t>
    </dgm:pt>
    <dgm:pt modelId="{C0E3B317-7C21-4508-96EF-2FD128CBD954}" type="parTrans" cxnId="{73BE90E6-FF76-4FF2-8145-AF9B767FDFCA}">
      <dgm:prSet/>
      <dgm:spPr/>
      <dgm:t>
        <a:bodyPr/>
        <a:lstStyle/>
        <a:p>
          <a:endParaRPr lang="en-US"/>
        </a:p>
      </dgm:t>
    </dgm:pt>
    <dgm:pt modelId="{E4BED8A4-74C1-4C78-83E7-19327301589A}" type="sibTrans" cxnId="{73BE90E6-FF76-4FF2-8145-AF9B767FDFCA}">
      <dgm:prSet/>
      <dgm:spPr/>
      <dgm:t>
        <a:bodyPr/>
        <a:lstStyle/>
        <a:p>
          <a:endParaRPr lang="en-US"/>
        </a:p>
      </dgm:t>
    </dgm:pt>
    <dgm:pt modelId="{64A26088-DCDE-404D-BCE0-D4ADBB4B863C}">
      <dgm:prSet/>
      <dgm:spPr/>
      <dgm:t>
        <a:bodyPr/>
        <a:lstStyle/>
        <a:p>
          <a:pPr rtl="0"/>
          <a:r>
            <a:rPr lang="pt-BR">
              <a:latin typeface="Aptos Display" panose="02110004020202020204"/>
            </a:rPr>
            <a:t> </a:t>
          </a:r>
          <a:r>
            <a:rPr lang="pt-BR"/>
            <a:t>Multiprocessing</a:t>
          </a:r>
          <a:r>
            <a:rPr lang="pt-BR">
              <a:latin typeface="Aptos Display" panose="02110004020202020204"/>
            </a:rPr>
            <a:t> -</a:t>
          </a:r>
          <a:r>
            <a:rPr lang="pt-BR"/>
            <a:t> 5x</a:t>
          </a:r>
          <a:r>
            <a:rPr lang="pt-BR">
              <a:latin typeface="Aptos Display" panose="02110004020202020204"/>
            </a:rPr>
            <a:t> - </a:t>
          </a:r>
          <a:r>
            <a:rPr lang="pt-BR"/>
            <a:t>CPU-bound tests</a:t>
          </a:r>
          <a:r>
            <a:rPr lang="pt-BR">
              <a:latin typeface="Aptos Display" panose="02110004020202020204"/>
            </a:rPr>
            <a:t>, multiple processes</a:t>
          </a:r>
          <a:r>
            <a:rPr lang="pt-BR"/>
            <a:t>,</a:t>
          </a:r>
          <a:r>
            <a:rPr lang="pt-BR">
              <a:latin typeface="Aptos Display" panose="02110004020202020204"/>
            </a:rPr>
            <a:t> </a:t>
          </a:r>
          <a:r>
            <a:rPr lang="pt-BR"/>
            <a:t>intensive </a:t>
          </a:r>
          <a:r>
            <a:rPr lang="pt-BR">
              <a:latin typeface="Aptos Display" panose="02110004020202020204"/>
            </a:rPr>
            <a:t>calculation </a:t>
          </a:r>
          <a:r>
            <a:rPr lang="pt-BR"/>
            <a:t>(summing </a:t>
          </a:r>
          <a:r>
            <a:rPr lang="pt-BR">
              <a:latin typeface="Aptos Display" panose="02110004020202020204"/>
            </a:rPr>
            <a:t>from 1 to a large random number) by </a:t>
          </a:r>
          <a:r>
            <a:rPr lang="pt-BR" sz="1100">
              <a:latin typeface="Calibri"/>
              <a:ea typeface="Calibri"/>
              <a:cs typeface="Calibri"/>
            </a:rPr>
            <a:t>each process</a:t>
          </a:r>
          <a:r>
            <a:rPr lang="pt-BR">
              <a:latin typeface="Aptos Display" panose="02110004020202020204"/>
            </a:rPr>
            <a:t>,</a:t>
          </a:r>
          <a:r>
            <a:rPr lang="pt-BR"/>
            <a:t> </a:t>
          </a:r>
          <a:r>
            <a:rPr lang="pt-BR">
              <a:latin typeface="Aptos Display" panose="02110004020202020204"/>
            </a:rPr>
            <a:t>exploiting multiple CPU </a:t>
          </a:r>
          <a:r>
            <a:rPr lang="pt-BR"/>
            <a:t>cores</a:t>
          </a:r>
          <a:endParaRPr lang="en-US"/>
        </a:p>
      </dgm:t>
    </dgm:pt>
    <dgm:pt modelId="{2B417563-B413-4CD1-B81C-0DF4B2B4DBF9}" type="parTrans" cxnId="{3B9BD262-08C8-41F6-9370-D87920E427BB}">
      <dgm:prSet/>
      <dgm:spPr/>
      <dgm:t>
        <a:bodyPr/>
        <a:lstStyle/>
        <a:p>
          <a:endParaRPr lang="en-US"/>
        </a:p>
      </dgm:t>
    </dgm:pt>
    <dgm:pt modelId="{5B1A6182-D8D5-423F-BABF-CCB3FD4FE6FE}" type="sibTrans" cxnId="{3B9BD262-08C8-41F6-9370-D87920E427BB}">
      <dgm:prSet/>
      <dgm:spPr/>
      <dgm:t>
        <a:bodyPr/>
        <a:lstStyle/>
        <a:p>
          <a:endParaRPr lang="en-US"/>
        </a:p>
      </dgm:t>
    </dgm:pt>
    <dgm:pt modelId="{B42C1977-124F-49E7-8A97-364FA2FE4ED4}">
      <dgm:prSet/>
      <dgm:spPr/>
      <dgm:t>
        <a:bodyPr/>
        <a:lstStyle/>
        <a:p>
          <a:pPr rtl="0"/>
          <a:r>
            <a:rPr lang="pt-BR">
              <a:latin typeface="Aptos Display" panose="02110004020202020204"/>
            </a:rPr>
            <a:t> </a:t>
          </a:r>
          <a:r>
            <a:rPr lang="pt-BR"/>
            <a:t>Queue</a:t>
          </a:r>
          <a:r>
            <a:rPr lang="pt-BR">
              <a:latin typeface="Aptos Display" panose="02110004020202020204"/>
            </a:rPr>
            <a:t> -</a:t>
          </a:r>
          <a:r>
            <a:rPr lang="pt-BR"/>
            <a:t> 3x</a:t>
          </a:r>
          <a:r>
            <a:rPr lang="pt-BR">
              <a:latin typeface="Aptos Display" panose="02110004020202020204"/>
            </a:rPr>
            <a:t> - </a:t>
          </a:r>
          <a:r>
            <a:rPr lang="pt-BR"/>
            <a:t>Comparative tests of threaded and multiprocessing queue systems, including producer-consumer, workflows, and CPU-intensive tasks</a:t>
          </a:r>
          <a:endParaRPr lang="en-US"/>
        </a:p>
      </dgm:t>
    </dgm:pt>
    <dgm:pt modelId="{BCE555E9-627F-48F4-84EB-B21201269B4C}" type="parTrans" cxnId="{358382CB-C9D5-4A53-B106-D56CB095D8D7}">
      <dgm:prSet/>
      <dgm:spPr/>
      <dgm:t>
        <a:bodyPr/>
        <a:lstStyle/>
        <a:p>
          <a:endParaRPr lang="en-US"/>
        </a:p>
      </dgm:t>
    </dgm:pt>
    <dgm:pt modelId="{2F261992-82CF-46BF-9B0C-AFD17189A28E}" type="sibTrans" cxnId="{358382CB-C9D5-4A53-B106-D56CB095D8D7}">
      <dgm:prSet/>
      <dgm:spPr/>
      <dgm:t>
        <a:bodyPr/>
        <a:lstStyle/>
        <a:p>
          <a:endParaRPr lang="en-US"/>
        </a:p>
      </dgm:t>
    </dgm:pt>
    <dgm:pt modelId="{EBE6F191-F9E8-479B-92CC-E1E742ABB3B6}">
      <dgm:prSet/>
      <dgm:spPr/>
      <dgm:t>
        <a:bodyPr/>
        <a:lstStyle/>
        <a:p>
          <a:pPr rtl="0"/>
          <a:r>
            <a:rPr lang="pt-BR">
              <a:latin typeface="Aptos Display" panose="02110004020202020204"/>
            </a:rPr>
            <a:t> </a:t>
          </a:r>
          <a:r>
            <a:rPr lang="pt-BR"/>
            <a:t>Locks</a:t>
          </a:r>
          <a:r>
            <a:rPr lang="pt-BR">
              <a:latin typeface="Aptos Display" panose="02110004020202020204"/>
            </a:rPr>
            <a:t> -</a:t>
          </a:r>
          <a:r>
            <a:rPr lang="pt-BR"/>
            <a:t> 3x</a:t>
          </a:r>
          <a:r>
            <a:rPr lang="pt-BR">
              <a:latin typeface="Aptos Display" panose="02110004020202020204"/>
            </a:rPr>
            <a:t> - </a:t>
          </a:r>
          <a:r>
            <a:rPr lang="pt-BR"/>
            <a:t>Thread and multiprocess synchronization tests, including race conditions, locks, semaphores, condition variables, and multiprocessing</a:t>
          </a:r>
          <a:endParaRPr lang="en-US"/>
        </a:p>
      </dgm:t>
    </dgm:pt>
    <dgm:pt modelId="{C261DBFC-0406-4C22-921E-8EEF13144155}" type="parTrans" cxnId="{932ECE65-0BD1-4532-96DD-5344F00B0130}">
      <dgm:prSet/>
      <dgm:spPr/>
      <dgm:t>
        <a:bodyPr/>
        <a:lstStyle/>
        <a:p>
          <a:endParaRPr lang="en-US"/>
        </a:p>
      </dgm:t>
    </dgm:pt>
    <dgm:pt modelId="{ADD1C882-66E3-4298-8CD2-21A85FB04C09}" type="sibTrans" cxnId="{932ECE65-0BD1-4532-96DD-5344F00B0130}">
      <dgm:prSet/>
      <dgm:spPr/>
      <dgm:t>
        <a:bodyPr/>
        <a:lstStyle/>
        <a:p>
          <a:endParaRPr lang="en-US"/>
        </a:p>
      </dgm:t>
    </dgm:pt>
    <dgm:pt modelId="{BB23AC79-DEA4-461B-AC56-00A9E23F2A31}">
      <dgm:prSet/>
      <dgm:spPr/>
      <dgm:t>
        <a:bodyPr/>
        <a:lstStyle/>
        <a:p>
          <a:pPr rtl="0"/>
          <a:r>
            <a:rPr lang="pt-BR">
              <a:latin typeface="Aptos Display" panose="02110004020202020204"/>
            </a:rPr>
            <a:t> </a:t>
          </a:r>
          <a:r>
            <a:rPr lang="pt-BR"/>
            <a:t>ThreadPool</a:t>
          </a:r>
          <a:r>
            <a:rPr lang="pt-BR">
              <a:latin typeface="Aptos Display" panose="02110004020202020204"/>
            </a:rPr>
            <a:t> -</a:t>
          </a:r>
          <a:r>
            <a:rPr lang="pt-BR"/>
            <a:t> 3x</a:t>
          </a:r>
          <a:r>
            <a:rPr lang="pt-BR">
              <a:latin typeface="Aptos Display" panose="02110004020202020204"/>
            </a:rPr>
            <a:t> - </a:t>
          </a:r>
          <a:r>
            <a:rPr lang="pt-BR"/>
            <a:t>Comparative tests of ThreadPoolExecutor with multiple executions of simple and I/O-bound tasks</a:t>
          </a:r>
          <a:endParaRPr lang="en-US"/>
        </a:p>
      </dgm:t>
    </dgm:pt>
    <dgm:pt modelId="{21AD59E0-6963-48DE-AD86-189B56989D1E}" type="parTrans" cxnId="{4C4A0CF2-B396-4142-96C7-AC9EADB954FD}">
      <dgm:prSet/>
      <dgm:spPr/>
      <dgm:t>
        <a:bodyPr/>
        <a:lstStyle/>
        <a:p>
          <a:endParaRPr lang="en-US"/>
        </a:p>
      </dgm:t>
    </dgm:pt>
    <dgm:pt modelId="{E13AC53F-A09E-45A3-A582-F501B42151B6}" type="sibTrans" cxnId="{4C4A0CF2-B396-4142-96C7-AC9EADB954FD}">
      <dgm:prSet/>
      <dgm:spPr/>
      <dgm:t>
        <a:bodyPr/>
        <a:lstStyle/>
        <a:p>
          <a:endParaRPr lang="en-US"/>
        </a:p>
      </dgm:t>
    </dgm:pt>
    <dgm:pt modelId="{82924032-7F01-48A8-AF15-05E67FD63C9A}">
      <dgm:prSet/>
      <dgm:spPr/>
      <dgm:t>
        <a:bodyPr/>
        <a:lstStyle/>
        <a:p>
          <a:pPr rtl="0"/>
          <a:r>
            <a:rPr lang="pt-BR">
              <a:latin typeface="Aptos Display" panose="02110004020202020204"/>
            </a:rPr>
            <a:t> </a:t>
          </a:r>
          <a:r>
            <a:rPr lang="pt-BR"/>
            <a:t>ProcessPool</a:t>
          </a:r>
          <a:r>
            <a:rPr lang="pt-BR">
              <a:latin typeface="Aptos Display" panose="02110004020202020204"/>
            </a:rPr>
            <a:t> -</a:t>
          </a:r>
          <a:r>
            <a:rPr lang="pt-BR"/>
            <a:t> 3x</a:t>
          </a:r>
          <a:r>
            <a:rPr lang="pt-BR">
              <a:latin typeface="Aptos Display" panose="02110004020202020204"/>
            </a:rPr>
            <a:t> - </a:t>
          </a:r>
          <a:r>
            <a:rPr lang="pt-BR"/>
            <a:t>Comparative tests of ProcessPoolExecutor with CPU-intensive tasks, parallel processing, and distributed search</a:t>
          </a:r>
          <a:endParaRPr lang="en-US"/>
        </a:p>
      </dgm:t>
    </dgm:pt>
    <dgm:pt modelId="{8A79802B-3CA4-4538-AA51-BBEC397B1169}" type="parTrans" cxnId="{54B6450E-65B1-415D-A6B2-6CFB22CF91E7}">
      <dgm:prSet/>
      <dgm:spPr/>
      <dgm:t>
        <a:bodyPr/>
        <a:lstStyle/>
        <a:p>
          <a:endParaRPr lang="en-US"/>
        </a:p>
      </dgm:t>
    </dgm:pt>
    <dgm:pt modelId="{72385ED3-5C89-482B-BB35-64EA2B8C57EB}" type="sibTrans" cxnId="{54B6450E-65B1-415D-A6B2-6CFB22CF91E7}">
      <dgm:prSet/>
      <dgm:spPr/>
      <dgm:t>
        <a:bodyPr/>
        <a:lstStyle/>
        <a:p>
          <a:endParaRPr lang="en-US"/>
        </a:p>
      </dgm:t>
    </dgm:pt>
    <dgm:pt modelId="{DE9BE3D8-4D7D-47B9-976F-2DAB06F9CDBD}">
      <dgm:prSet phldr="0"/>
      <dgm:spPr/>
      <dgm:t>
        <a:bodyPr/>
        <a:lstStyle/>
        <a:p>
          <a:pPr rtl="0"/>
          <a:r>
            <a:rPr lang="pt-BR" sz="1400">
              <a:latin typeface="Aptos Display" panose="02110004020202020204"/>
            </a:rPr>
            <a:t> PAIVA-DESKTOP</a:t>
          </a:r>
          <a:r>
            <a:rPr lang="pt-BR" sz="1400"/>
            <a:t>: Windows 11 (AMD Ryzen 7 7700, 32GB RAM DDR5)</a:t>
          </a:r>
          <a:endParaRPr lang="en-US" sz="1400">
            <a:latin typeface="Aptos Display" panose="02110004020202020204"/>
          </a:endParaRPr>
        </a:p>
      </dgm:t>
    </dgm:pt>
    <dgm:pt modelId="{008E3E67-C653-4084-8F1F-E4808019657D}" type="parTrans" cxnId="{9BC43C87-2BCB-4528-8475-E82DDA8EA906}">
      <dgm:prSet/>
      <dgm:spPr/>
    </dgm:pt>
    <dgm:pt modelId="{BF55648D-0320-4661-880C-9286A653F146}" type="sibTrans" cxnId="{9BC43C87-2BCB-4528-8475-E82DDA8EA906}">
      <dgm:prSet/>
      <dgm:spPr/>
    </dgm:pt>
    <dgm:pt modelId="{A2F9CB87-9055-4554-950C-C71F945AC842}">
      <dgm:prSet phldr="0"/>
      <dgm:spPr/>
      <dgm:t>
        <a:bodyPr/>
        <a:lstStyle/>
        <a:p>
          <a:pPr rtl="0"/>
          <a:r>
            <a:rPr lang="pt-BR">
              <a:latin typeface="Aptos Display" panose="02110004020202020204"/>
            </a:rPr>
            <a:t> FELIPE-LAPTOP</a:t>
          </a:r>
          <a:r>
            <a:rPr lang="pt-BR"/>
            <a:t>: Windows 11 (AMD Ryzen 7 5700U, 12GB RAM DDR4)</a:t>
          </a:r>
          <a:endParaRPr lang="en-US">
            <a:latin typeface="Aptos Display" panose="02110004020202020204"/>
          </a:endParaRPr>
        </a:p>
      </dgm:t>
    </dgm:pt>
    <dgm:pt modelId="{B0AC4A11-F8B8-4EFE-86CF-6A77F2D25926}" type="parTrans" cxnId="{793549A0-1ED7-47CC-8F1E-A8E3281820FF}">
      <dgm:prSet/>
      <dgm:spPr/>
    </dgm:pt>
    <dgm:pt modelId="{0DA154CF-D0DB-400F-939C-1FEA34137EC4}" type="sibTrans" cxnId="{793549A0-1ED7-47CC-8F1E-A8E3281820FF}">
      <dgm:prSet/>
      <dgm:spPr/>
    </dgm:pt>
    <dgm:pt modelId="{D6EE913C-DADF-4213-A2C9-1FAC8AC9E153}">
      <dgm:prSet phldr="0"/>
      <dgm:spPr/>
      <dgm:t>
        <a:bodyPr/>
        <a:lstStyle/>
        <a:p>
          <a:pPr rtl="0"/>
          <a:r>
            <a:rPr lang="pt-BR">
              <a:latin typeface="Aptos Display" panose="02110004020202020204"/>
            </a:rPr>
            <a:t> </a:t>
          </a:r>
          <a:r>
            <a:rPr lang="pt-BR"/>
            <a:t>PAIVA-LAPTOP: Windows 10 (AMD Ryzen 7 5800H, 16GB RAM DDR4)</a:t>
          </a:r>
          <a:endParaRPr lang="en-US"/>
        </a:p>
      </dgm:t>
    </dgm:pt>
    <dgm:pt modelId="{E04C45CA-C7B0-475D-8508-B2CB54D3B26D}" type="parTrans" cxnId="{29351B13-AEAA-4006-8F1A-DF16254B356C}">
      <dgm:prSet/>
      <dgm:spPr/>
    </dgm:pt>
    <dgm:pt modelId="{D8D19711-40F4-4BAF-93F5-A7AB505C31E9}" type="sibTrans" cxnId="{29351B13-AEAA-4006-8F1A-DF16254B356C}">
      <dgm:prSet/>
      <dgm:spPr/>
    </dgm:pt>
    <dgm:pt modelId="{B65131DE-D500-49F5-A8FB-8CA3204A7D85}" type="pres">
      <dgm:prSet presAssocID="{297C5F64-E52B-4BE2-828E-8FE084D6919D}" presName="linear" presStyleCnt="0">
        <dgm:presLayoutVars>
          <dgm:dir/>
          <dgm:animLvl val="lvl"/>
          <dgm:resizeHandles val="exact"/>
        </dgm:presLayoutVars>
      </dgm:prSet>
      <dgm:spPr/>
    </dgm:pt>
    <dgm:pt modelId="{678D432D-56F1-443F-9816-C376949D2168}" type="pres">
      <dgm:prSet presAssocID="{843D4545-6865-4DC8-9A00-453A3E486CFC}" presName="parentLin" presStyleCnt="0"/>
      <dgm:spPr/>
    </dgm:pt>
    <dgm:pt modelId="{966685FA-A2E7-41F2-9490-82CB221DBE12}" type="pres">
      <dgm:prSet presAssocID="{843D4545-6865-4DC8-9A00-453A3E486CFC}" presName="parentLeftMargin" presStyleLbl="node1" presStyleIdx="0" presStyleCnt="3"/>
      <dgm:spPr/>
    </dgm:pt>
    <dgm:pt modelId="{B065B677-43DA-47D2-A353-1A8419FFAB5D}" type="pres">
      <dgm:prSet presAssocID="{843D4545-6865-4DC8-9A00-453A3E486CF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519E53C-06D7-444F-AB94-A5C366DF2797}" type="pres">
      <dgm:prSet presAssocID="{843D4545-6865-4DC8-9A00-453A3E486CFC}" presName="negativeSpace" presStyleCnt="0"/>
      <dgm:spPr/>
    </dgm:pt>
    <dgm:pt modelId="{E5FFC5EF-3CBE-4B1B-8012-C27ABEDBF06A}" type="pres">
      <dgm:prSet presAssocID="{843D4545-6865-4DC8-9A00-453A3E486CFC}" presName="childText" presStyleLbl="conFgAcc1" presStyleIdx="0" presStyleCnt="3">
        <dgm:presLayoutVars>
          <dgm:bulletEnabled val="1"/>
        </dgm:presLayoutVars>
      </dgm:prSet>
      <dgm:spPr/>
    </dgm:pt>
    <dgm:pt modelId="{8E7EAF83-9614-403B-976E-F601144A043E}" type="pres">
      <dgm:prSet presAssocID="{D6FDA2F6-F28D-485F-93F1-BF84536FF0FC}" presName="spaceBetweenRectangles" presStyleCnt="0"/>
      <dgm:spPr/>
    </dgm:pt>
    <dgm:pt modelId="{D5F95ECF-4D07-4789-89E7-1FD045BC186D}" type="pres">
      <dgm:prSet presAssocID="{FE3441DA-9132-41CD-A321-786ADC951769}" presName="parentLin" presStyleCnt="0"/>
      <dgm:spPr/>
    </dgm:pt>
    <dgm:pt modelId="{1A49952F-6495-4B3D-B877-C1979153B702}" type="pres">
      <dgm:prSet presAssocID="{FE3441DA-9132-41CD-A321-786ADC951769}" presName="parentLeftMargin" presStyleLbl="node1" presStyleIdx="0" presStyleCnt="3"/>
      <dgm:spPr/>
    </dgm:pt>
    <dgm:pt modelId="{A6A54981-7D50-438E-92C1-102FDB8F21C1}" type="pres">
      <dgm:prSet presAssocID="{FE3441DA-9132-41CD-A321-786ADC95176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C06E3CB-2884-4E19-913A-D1E6355C3763}" type="pres">
      <dgm:prSet presAssocID="{FE3441DA-9132-41CD-A321-786ADC951769}" presName="negativeSpace" presStyleCnt="0"/>
      <dgm:spPr/>
    </dgm:pt>
    <dgm:pt modelId="{38760445-F0A2-4A40-972C-94E8F6FC97E0}" type="pres">
      <dgm:prSet presAssocID="{FE3441DA-9132-41CD-A321-786ADC951769}" presName="childText" presStyleLbl="conFgAcc1" presStyleIdx="1" presStyleCnt="3">
        <dgm:presLayoutVars>
          <dgm:bulletEnabled val="1"/>
        </dgm:presLayoutVars>
      </dgm:prSet>
      <dgm:spPr/>
    </dgm:pt>
    <dgm:pt modelId="{3B4DB62F-3D8F-4ABC-9314-4A3AA82F9B65}" type="pres">
      <dgm:prSet presAssocID="{C014A507-F323-4BE5-A891-C45E5B397D84}" presName="spaceBetweenRectangles" presStyleCnt="0"/>
      <dgm:spPr/>
    </dgm:pt>
    <dgm:pt modelId="{F7A37D21-295B-4D9F-AA65-F8E0AD2A3C3E}" type="pres">
      <dgm:prSet presAssocID="{7F954D1B-5EC0-4002-B90F-A0E8E74C78FE}" presName="parentLin" presStyleCnt="0"/>
      <dgm:spPr/>
    </dgm:pt>
    <dgm:pt modelId="{5578FFCE-EB9C-477B-9BDB-D452A8F73236}" type="pres">
      <dgm:prSet presAssocID="{7F954D1B-5EC0-4002-B90F-A0E8E74C78FE}" presName="parentLeftMargin" presStyleLbl="node1" presStyleIdx="1" presStyleCnt="3"/>
      <dgm:spPr/>
    </dgm:pt>
    <dgm:pt modelId="{31A2692A-4888-43CE-BEF6-A88D6D671DE7}" type="pres">
      <dgm:prSet presAssocID="{7F954D1B-5EC0-4002-B90F-A0E8E74C78FE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9B46DBE5-2470-47A9-92A1-BAAA9FD0953C}" type="pres">
      <dgm:prSet presAssocID="{7F954D1B-5EC0-4002-B90F-A0E8E74C78FE}" presName="negativeSpace" presStyleCnt="0"/>
      <dgm:spPr/>
    </dgm:pt>
    <dgm:pt modelId="{454B2BF1-1D78-4AAB-9920-99AD8F636690}" type="pres">
      <dgm:prSet presAssocID="{7F954D1B-5EC0-4002-B90F-A0E8E74C78FE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54B6450E-65B1-415D-A6B2-6CFB22CF91E7}" srcId="{7F954D1B-5EC0-4002-B90F-A0E8E74C78FE}" destId="{82924032-7F01-48A8-AF15-05E67FD63C9A}" srcOrd="5" destOrd="0" parTransId="{8A79802B-3CA4-4538-AA51-BBEC397B1169}" sibTransId="{72385ED3-5C89-482B-BB35-64EA2B8C57EB}"/>
    <dgm:cxn modelId="{9C1A5411-91D2-4741-83FD-4ADD8EAA3907}" srcId="{297C5F64-E52B-4BE2-828E-8FE084D6919D}" destId="{7F954D1B-5EC0-4002-B90F-A0E8E74C78FE}" srcOrd="2" destOrd="0" parTransId="{BFB9F243-7801-4ADB-8CF8-83BD71D87562}" sibTransId="{981A156A-763A-40BD-BD3B-A3017B457B35}"/>
    <dgm:cxn modelId="{29351B13-AEAA-4006-8F1A-DF16254B356C}" srcId="{843D4545-6865-4DC8-9A00-453A3E486CFC}" destId="{D6EE913C-DADF-4213-A2C9-1FAC8AC9E153}" srcOrd="2" destOrd="0" parTransId="{E04C45CA-C7B0-475D-8508-B2CB54D3B26D}" sibTransId="{D8D19711-40F4-4BAF-93F5-A7AB505C31E9}"/>
    <dgm:cxn modelId="{127B1017-47CC-4AC0-A6DD-9DFB6D8A260F}" type="presOf" srcId="{3FC71F60-8D73-4CAC-A73F-D593297D19D8}" destId="{38760445-F0A2-4A40-972C-94E8F6FC97E0}" srcOrd="0" destOrd="4" presId="urn:microsoft.com/office/officeart/2005/8/layout/list1"/>
    <dgm:cxn modelId="{856DB717-ED6D-4243-B60A-A6C2739E2E80}" type="presOf" srcId="{5C535853-C0B9-46B0-9EFA-6D64C2BB1056}" destId="{454B2BF1-1D78-4AAB-9920-99AD8F636690}" srcOrd="0" destOrd="0" presId="urn:microsoft.com/office/officeart/2005/8/layout/list1"/>
    <dgm:cxn modelId="{F4590A19-8DD1-4060-A57D-5C879BB0B6AA}" type="presOf" srcId="{47A233A6-28D0-4F30-BB84-8E28F0F52D4D}" destId="{38760445-F0A2-4A40-972C-94E8F6FC97E0}" srcOrd="0" destOrd="0" presId="urn:microsoft.com/office/officeart/2005/8/layout/list1"/>
    <dgm:cxn modelId="{D6AA0A23-ACDF-476D-B25E-284C85DFBE65}" type="presOf" srcId="{BB23AC79-DEA4-461B-AC56-00A9E23F2A31}" destId="{454B2BF1-1D78-4AAB-9920-99AD8F636690}" srcOrd="0" destOrd="4" presId="urn:microsoft.com/office/officeart/2005/8/layout/list1"/>
    <dgm:cxn modelId="{F09B2B26-D1FA-48A7-BE27-EA80224706A7}" type="presOf" srcId="{64A26088-DCDE-404D-BCE0-D4ADBB4B863C}" destId="{454B2BF1-1D78-4AAB-9920-99AD8F636690}" srcOrd="0" destOrd="1" presId="urn:microsoft.com/office/officeart/2005/8/layout/list1"/>
    <dgm:cxn modelId="{EB14FF2C-6E88-4D34-B051-7DB4E7DB9ED2}" type="presOf" srcId="{B42C1977-124F-49E7-8A97-364FA2FE4ED4}" destId="{454B2BF1-1D78-4AAB-9920-99AD8F636690}" srcOrd="0" destOrd="2" presId="urn:microsoft.com/office/officeart/2005/8/layout/list1"/>
    <dgm:cxn modelId="{7272C632-1C55-4643-9268-5F0538F44385}" srcId="{FE3441DA-9132-41CD-A321-786ADC951769}" destId="{C729DA98-EDE9-444F-8031-C3DAF1473027}" srcOrd="3" destOrd="0" parTransId="{2876A2F0-A504-4A11-83E9-A8E13DE96E96}" sibTransId="{EC8B6055-85D9-45A0-A84A-EA2D932AA442}"/>
    <dgm:cxn modelId="{A29DC033-BD7C-4781-A449-4B85CD16944F}" type="presOf" srcId="{FE3441DA-9132-41CD-A321-786ADC951769}" destId="{1A49952F-6495-4B3D-B877-C1979153B702}" srcOrd="0" destOrd="0" presId="urn:microsoft.com/office/officeart/2005/8/layout/list1"/>
    <dgm:cxn modelId="{6CF2ED5D-D679-4D98-A54B-1DA3A8C4F3AC}" type="presOf" srcId="{843D4545-6865-4DC8-9A00-453A3E486CFC}" destId="{B065B677-43DA-47D2-A353-1A8419FFAB5D}" srcOrd="1" destOrd="0" presId="urn:microsoft.com/office/officeart/2005/8/layout/list1"/>
    <dgm:cxn modelId="{77BE8341-24C8-4FFF-AB40-63FB0400BD31}" srcId="{FE3441DA-9132-41CD-A321-786ADC951769}" destId="{51128CE6-FE91-4927-800A-71E1B0C75FA6}" srcOrd="6" destOrd="0" parTransId="{2B60C3E4-9288-4862-8B87-0D36F648122E}" sibTransId="{D874E1BC-3BA2-4425-8598-AFA6BF91988C}"/>
    <dgm:cxn modelId="{3B9BD262-08C8-41F6-9370-D87920E427BB}" srcId="{7F954D1B-5EC0-4002-B90F-A0E8E74C78FE}" destId="{64A26088-DCDE-404D-BCE0-D4ADBB4B863C}" srcOrd="1" destOrd="0" parTransId="{2B417563-B413-4CD1-B81C-0DF4B2B4DBF9}" sibTransId="{5B1A6182-D8D5-423F-BABF-CCB3FD4FE6FE}"/>
    <dgm:cxn modelId="{C48B2F45-C5E8-4481-943F-092DC2151AE9}" type="presOf" srcId="{3EFAA035-586C-4CE8-9A15-BE0D630FEB1C}" destId="{38760445-F0A2-4A40-972C-94E8F6FC97E0}" srcOrd="0" destOrd="2" presId="urn:microsoft.com/office/officeart/2005/8/layout/list1"/>
    <dgm:cxn modelId="{932ECE65-0BD1-4532-96DD-5344F00B0130}" srcId="{7F954D1B-5EC0-4002-B90F-A0E8E74C78FE}" destId="{EBE6F191-F9E8-479B-92CC-E1E742ABB3B6}" srcOrd="3" destOrd="0" parTransId="{C261DBFC-0406-4C22-921E-8EEF13144155}" sibTransId="{ADD1C882-66E3-4298-8CD2-21A85FB04C09}"/>
    <dgm:cxn modelId="{AB1E8448-FAA5-41CC-88FB-882C1FC3A478}" type="presOf" srcId="{7F954D1B-5EC0-4002-B90F-A0E8E74C78FE}" destId="{5578FFCE-EB9C-477B-9BDB-D452A8F73236}" srcOrd="0" destOrd="0" presId="urn:microsoft.com/office/officeart/2005/8/layout/list1"/>
    <dgm:cxn modelId="{4EB8634A-0E62-43B4-A437-20B3926B4D1B}" type="presOf" srcId="{4E9D5D7C-938C-450D-A588-33AFE6495DE1}" destId="{38760445-F0A2-4A40-972C-94E8F6FC97E0}" srcOrd="0" destOrd="7" presId="urn:microsoft.com/office/officeart/2005/8/layout/list1"/>
    <dgm:cxn modelId="{A1675551-8807-42E5-BB07-4D81ECF92CC3}" type="presOf" srcId="{FE3441DA-9132-41CD-A321-786ADC951769}" destId="{A6A54981-7D50-438E-92C1-102FDB8F21C1}" srcOrd="1" destOrd="0" presId="urn:microsoft.com/office/officeart/2005/8/layout/list1"/>
    <dgm:cxn modelId="{74A96676-D533-4733-92BF-6A42E31EA744}" type="presOf" srcId="{297C5F64-E52B-4BE2-828E-8FE084D6919D}" destId="{B65131DE-D500-49F5-A8FB-8CA3204A7D85}" srcOrd="0" destOrd="0" presId="urn:microsoft.com/office/officeart/2005/8/layout/list1"/>
    <dgm:cxn modelId="{4750147A-0863-4E93-B25D-E3044BC76943}" type="presOf" srcId="{69F45991-4FE9-4D98-95DB-1F84CB3A3B1A}" destId="{38760445-F0A2-4A40-972C-94E8F6FC97E0}" srcOrd="0" destOrd="1" presId="urn:microsoft.com/office/officeart/2005/8/layout/list1"/>
    <dgm:cxn modelId="{1BECBD5A-D8EC-4682-930C-ACCDFD14C18C}" type="presOf" srcId="{DE9BE3D8-4D7D-47B9-976F-2DAB06F9CDBD}" destId="{E5FFC5EF-3CBE-4B1B-8012-C27ABEDBF06A}" srcOrd="0" destOrd="0" presId="urn:microsoft.com/office/officeart/2005/8/layout/list1"/>
    <dgm:cxn modelId="{5BC65781-7B79-41E7-96FC-8FF2B4330F3B}" srcId="{FE3441DA-9132-41CD-A321-786ADC951769}" destId="{69F45991-4FE9-4D98-95DB-1F84CB3A3B1A}" srcOrd="1" destOrd="0" parTransId="{0E472BCE-8794-4F03-B6B9-8BAFECE1F983}" sibTransId="{333348DC-D187-4A7B-A268-80607164EBA2}"/>
    <dgm:cxn modelId="{9BC43C87-2BCB-4528-8475-E82DDA8EA906}" srcId="{843D4545-6865-4DC8-9A00-453A3E486CFC}" destId="{DE9BE3D8-4D7D-47B9-976F-2DAB06F9CDBD}" srcOrd="0" destOrd="0" parTransId="{008E3E67-C653-4084-8F1F-E4808019657D}" sibTransId="{BF55648D-0320-4661-880C-9286A653F146}"/>
    <dgm:cxn modelId="{1177CB87-17A5-4C2D-ACEA-4EB027FE0F4F}" type="presOf" srcId="{85296945-5863-4CB9-B8BF-230C4FBBCCAC}" destId="{38760445-F0A2-4A40-972C-94E8F6FC97E0}" srcOrd="0" destOrd="5" presId="urn:microsoft.com/office/officeart/2005/8/layout/list1"/>
    <dgm:cxn modelId="{B6A0A789-3F96-4E5A-8B91-FF9B7D5866C3}" type="presOf" srcId="{82924032-7F01-48A8-AF15-05E67FD63C9A}" destId="{454B2BF1-1D78-4AAB-9920-99AD8F636690}" srcOrd="0" destOrd="5" presId="urn:microsoft.com/office/officeart/2005/8/layout/list1"/>
    <dgm:cxn modelId="{FCCA9091-AE77-40B1-8931-C88A4F6A7984}" type="presOf" srcId="{A2F9CB87-9055-4554-950C-C71F945AC842}" destId="{E5FFC5EF-3CBE-4B1B-8012-C27ABEDBF06A}" srcOrd="0" destOrd="1" presId="urn:microsoft.com/office/officeart/2005/8/layout/list1"/>
    <dgm:cxn modelId="{B6A0DF9F-F43A-43B9-81A5-5B968DADFB13}" type="presOf" srcId="{843D4545-6865-4DC8-9A00-453A3E486CFC}" destId="{966685FA-A2E7-41F2-9490-82CB221DBE12}" srcOrd="0" destOrd="0" presId="urn:microsoft.com/office/officeart/2005/8/layout/list1"/>
    <dgm:cxn modelId="{793549A0-1ED7-47CC-8F1E-A8E3281820FF}" srcId="{843D4545-6865-4DC8-9A00-453A3E486CFC}" destId="{A2F9CB87-9055-4554-950C-C71F945AC842}" srcOrd="1" destOrd="0" parTransId="{B0AC4A11-F8B8-4EFE-86CF-6A77F2D25926}" sibTransId="{0DA154CF-D0DB-400F-939C-1FEA34137EC4}"/>
    <dgm:cxn modelId="{88C880A1-C2A7-4737-801A-BEF0495C0ACE}" srcId="{FE3441DA-9132-41CD-A321-786ADC951769}" destId="{3EFAA035-586C-4CE8-9A15-BE0D630FEB1C}" srcOrd="2" destOrd="0" parTransId="{BFC0DFE6-A3CA-448E-93F4-206DB6ABBFA1}" sibTransId="{2E576385-C24C-4766-A71E-9B5F836ADA3C}"/>
    <dgm:cxn modelId="{BC97FBA5-1FA6-446E-AAC0-C861352CA52C}" srcId="{FE3441DA-9132-41CD-A321-786ADC951769}" destId="{47A233A6-28D0-4F30-BB84-8E28F0F52D4D}" srcOrd="0" destOrd="0" parTransId="{4508C11C-0965-4513-BC84-020E42C134C1}" sibTransId="{4A9CEA14-F65A-4D9B-9728-2C3DE0665CB6}"/>
    <dgm:cxn modelId="{AB6C01A7-82DA-405B-A684-BA0D7B5ACEA3}" srcId="{FE3441DA-9132-41CD-A321-786ADC951769}" destId="{85296945-5863-4CB9-B8BF-230C4FBBCCAC}" srcOrd="5" destOrd="0" parTransId="{8CBA7E34-573B-4D2F-AEF2-EE03FA1FECFC}" sibTransId="{12D43411-9035-4100-B8AC-DA5AD88461C4}"/>
    <dgm:cxn modelId="{2497F4AA-5A2C-4E01-A2FF-B4E10BC9FE78}" srcId="{FE3441DA-9132-41CD-A321-786ADC951769}" destId="{3FC71F60-8D73-4CAC-A73F-D593297D19D8}" srcOrd="4" destOrd="0" parTransId="{3A5ABA10-072A-4836-95EF-C655833F975A}" sibTransId="{46B166B0-B88A-4EE6-9302-CBC62DC66E9A}"/>
    <dgm:cxn modelId="{98A0A7B5-9D9E-43DA-AC54-6C5CAE08FDA8}" srcId="{FE3441DA-9132-41CD-A321-786ADC951769}" destId="{4E9D5D7C-938C-450D-A588-33AFE6495DE1}" srcOrd="7" destOrd="0" parTransId="{7CE86783-0832-451E-BDC9-B2BDF32897BC}" sibTransId="{98326C29-247F-4602-998A-BA2E29AC273C}"/>
    <dgm:cxn modelId="{358382CB-C9D5-4A53-B106-D56CB095D8D7}" srcId="{7F954D1B-5EC0-4002-B90F-A0E8E74C78FE}" destId="{B42C1977-124F-49E7-8A97-364FA2FE4ED4}" srcOrd="2" destOrd="0" parTransId="{BCE555E9-627F-48F4-84EB-B21201269B4C}" sibTransId="{2F261992-82CF-46BF-9B0C-AFD17189A28E}"/>
    <dgm:cxn modelId="{21F4B8D0-B7DE-4ABC-BAA4-937AB0AF9BE9}" srcId="{297C5F64-E52B-4BE2-828E-8FE084D6919D}" destId="{843D4545-6865-4DC8-9A00-453A3E486CFC}" srcOrd="0" destOrd="0" parTransId="{30AB85D3-F47F-4142-B599-7129C4BF47E1}" sibTransId="{D6FDA2F6-F28D-485F-93F1-BF84536FF0FC}"/>
    <dgm:cxn modelId="{27AD51D7-2FDC-482B-A961-FB6402FA10FD}" type="presOf" srcId="{C729DA98-EDE9-444F-8031-C3DAF1473027}" destId="{38760445-F0A2-4A40-972C-94E8F6FC97E0}" srcOrd="0" destOrd="3" presId="urn:microsoft.com/office/officeart/2005/8/layout/list1"/>
    <dgm:cxn modelId="{E0578CE2-801A-46CF-95E8-FF69AB10DE62}" type="presOf" srcId="{EBE6F191-F9E8-479B-92CC-E1E742ABB3B6}" destId="{454B2BF1-1D78-4AAB-9920-99AD8F636690}" srcOrd="0" destOrd="3" presId="urn:microsoft.com/office/officeart/2005/8/layout/list1"/>
    <dgm:cxn modelId="{73BE90E6-FF76-4FF2-8145-AF9B767FDFCA}" srcId="{7F954D1B-5EC0-4002-B90F-A0E8E74C78FE}" destId="{5C535853-C0B9-46B0-9EFA-6D64C2BB1056}" srcOrd="0" destOrd="0" parTransId="{C0E3B317-7C21-4508-96EF-2FD128CBD954}" sibTransId="{E4BED8A4-74C1-4C78-83E7-19327301589A}"/>
    <dgm:cxn modelId="{F70D45EB-A3AB-4DB1-94ED-B94EA38A1CD8}" type="presOf" srcId="{7F954D1B-5EC0-4002-B90F-A0E8E74C78FE}" destId="{31A2692A-4888-43CE-BEF6-A88D6D671DE7}" srcOrd="1" destOrd="0" presId="urn:microsoft.com/office/officeart/2005/8/layout/list1"/>
    <dgm:cxn modelId="{C7A559ED-4BD2-4D48-86D8-2BC9BD45D8A8}" type="presOf" srcId="{51128CE6-FE91-4927-800A-71E1B0C75FA6}" destId="{38760445-F0A2-4A40-972C-94E8F6FC97E0}" srcOrd="0" destOrd="6" presId="urn:microsoft.com/office/officeart/2005/8/layout/list1"/>
    <dgm:cxn modelId="{1014E0F0-6DEB-4491-9901-C7E89F2DD2E7}" type="presOf" srcId="{D6EE913C-DADF-4213-A2C9-1FAC8AC9E153}" destId="{E5FFC5EF-3CBE-4B1B-8012-C27ABEDBF06A}" srcOrd="0" destOrd="2" presId="urn:microsoft.com/office/officeart/2005/8/layout/list1"/>
    <dgm:cxn modelId="{4C4A0CF2-B396-4142-96C7-AC9EADB954FD}" srcId="{7F954D1B-5EC0-4002-B90F-A0E8E74C78FE}" destId="{BB23AC79-DEA4-461B-AC56-00A9E23F2A31}" srcOrd="4" destOrd="0" parTransId="{21AD59E0-6963-48DE-AD86-189B56989D1E}" sibTransId="{E13AC53F-A09E-45A3-A582-F501B42151B6}"/>
    <dgm:cxn modelId="{19B278FA-F1DF-45FB-AE05-37DFE55FDAA7}" srcId="{297C5F64-E52B-4BE2-828E-8FE084D6919D}" destId="{FE3441DA-9132-41CD-A321-786ADC951769}" srcOrd="1" destOrd="0" parTransId="{48ABBB0D-1477-43DE-875D-E46D49C8D4FF}" sibTransId="{C014A507-F323-4BE5-A891-C45E5B397D84}"/>
    <dgm:cxn modelId="{5B42C1AE-C1D3-46D5-BBCA-F69175EB858B}" type="presParOf" srcId="{B65131DE-D500-49F5-A8FB-8CA3204A7D85}" destId="{678D432D-56F1-443F-9816-C376949D2168}" srcOrd="0" destOrd="0" presId="urn:microsoft.com/office/officeart/2005/8/layout/list1"/>
    <dgm:cxn modelId="{1E2317B2-B0E4-413A-B506-1CCF3428F2AE}" type="presParOf" srcId="{678D432D-56F1-443F-9816-C376949D2168}" destId="{966685FA-A2E7-41F2-9490-82CB221DBE12}" srcOrd="0" destOrd="0" presId="urn:microsoft.com/office/officeart/2005/8/layout/list1"/>
    <dgm:cxn modelId="{79BE755E-4AD2-4F5A-8BE1-E1BD44BA5D90}" type="presParOf" srcId="{678D432D-56F1-443F-9816-C376949D2168}" destId="{B065B677-43DA-47D2-A353-1A8419FFAB5D}" srcOrd="1" destOrd="0" presId="urn:microsoft.com/office/officeart/2005/8/layout/list1"/>
    <dgm:cxn modelId="{6E10B4A4-4C8D-44DE-8A01-5F0B43C70C27}" type="presParOf" srcId="{B65131DE-D500-49F5-A8FB-8CA3204A7D85}" destId="{A519E53C-06D7-444F-AB94-A5C366DF2797}" srcOrd="1" destOrd="0" presId="urn:microsoft.com/office/officeart/2005/8/layout/list1"/>
    <dgm:cxn modelId="{251E0DD5-7724-4B3C-BD2B-6F820EACF22D}" type="presParOf" srcId="{B65131DE-D500-49F5-A8FB-8CA3204A7D85}" destId="{E5FFC5EF-3CBE-4B1B-8012-C27ABEDBF06A}" srcOrd="2" destOrd="0" presId="urn:microsoft.com/office/officeart/2005/8/layout/list1"/>
    <dgm:cxn modelId="{5515ECFB-8119-4064-AEDA-9B693D306CAB}" type="presParOf" srcId="{B65131DE-D500-49F5-A8FB-8CA3204A7D85}" destId="{8E7EAF83-9614-403B-976E-F601144A043E}" srcOrd="3" destOrd="0" presId="urn:microsoft.com/office/officeart/2005/8/layout/list1"/>
    <dgm:cxn modelId="{C85B314A-D770-4540-8DD2-1E028417847D}" type="presParOf" srcId="{B65131DE-D500-49F5-A8FB-8CA3204A7D85}" destId="{D5F95ECF-4D07-4789-89E7-1FD045BC186D}" srcOrd="4" destOrd="0" presId="urn:microsoft.com/office/officeart/2005/8/layout/list1"/>
    <dgm:cxn modelId="{85C85192-5856-44ED-8046-79F9B3569C06}" type="presParOf" srcId="{D5F95ECF-4D07-4789-89E7-1FD045BC186D}" destId="{1A49952F-6495-4B3D-B877-C1979153B702}" srcOrd="0" destOrd="0" presId="urn:microsoft.com/office/officeart/2005/8/layout/list1"/>
    <dgm:cxn modelId="{DEC460B5-E880-4159-9297-E5CB44487A44}" type="presParOf" srcId="{D5F95ECF-4D07-4789-89E7-1FD045BC186D}" destId="{A6A54981-7D50-438E-92C1-102FDB8F21C1}" srcOrd="1" destOrd="0" presId="urn:microsoft.com/office/officeart/2005/8/layout/list1"/>
    <dgm:cxn modelId="{0C3E2F35-13B8-4D3E-A416-823FF7080EAC}" type="presParOf" srcId="{B65131DE-D500-49F5-A8FB-8CA3204A7D85}" destId="{7C06E3CB-2884-4E19-913A-D1E6355C3763}" srcOrd="5" destOrd="0" presId="urn:microsoft.com/office/officeart/2005/8/layout/list1"/>
    <dgm:cxn modelId="{AB302B1E-5611-42BD-AE34-775F621D4AA7}" type="presParOf" srcId="{B65131DE-D500-49F5-A8FB-8CA3204A7D85}" destId="{38760445-F0A2-4A40-972C-94E8F6FC97E0}" srcOrd="6" destOrd="0" presId="urn:microsoft.com/office/officeart/2005/8/layout/list1"/>
    <dgm:cxn modelId="{D5B5D46D-0CB1-4803-9475-C3433F8274F6}" type="presParOf" srcId="{B65131DE-D500-49F5-A8FB-8CA3204A7D85}" destId="{3B4DB62F-3D8F-4ABC-9314-4A3AA82F9B65}" srcOrd="7" destOrd="0" presId="urn:microsoft.com/office/officeart/2005/8/layout/list1"/>
    <dgm:cxn modelId="{6D7F161E-0330-4D03-97EC-77F1B914B457}" type="presParOf" srcId="{B65131DE-D500-49F5-A8FB-8CA3204A7D85}" destId="{F7A37D21-295B-4D9F-AA65-F8E0AD2A3C3E}" srcOrd="8" destOrd="0" presId="urn:microsoft.com/office/officeart/2005/8/layout/list1"/>
    <dgm:cxn modelId="{AE43CDED-0D7A-447E-9623-E69A20DE39D4}" type="presParOf" srcId="{F7A37D21-295B-4D9F-AA65-F8E0AD2A3C3E}" destId="{5578FFCE-EB9C-477B-9BDB-D452A8F73236}" srcOrd="0" destOrd="0" presId="urn:microsoft.com/office/officeart/2005/8/layout/list1"/>
    <dgm:cxn modelId="{4EEBAB2D-ADD4-4FD8-83F9-EAD849C7E468}" type="presParOf" srcId="{F7A37D21-295B-4D9F-AA65-F8E0AD2A3C3E}" destId="{31A2692A-4888-43CE-BEF6-A88D6D671DE7}" srcOrd="1" destOrd="0" presId="urn:microsoft.com/office/officeart/2005/8/layout/list1"/>
    <dgm:cxn modelId="{1C9351BE-3D7E-4F66-A261-7DED9C9F189B}" type="presParOf" srcId="{B65131DE-D500-49F5-A8FB-8CA3204A7D85}" destId="{9B46DBE5-2470-47A9-92A1-BAAA9FD0953C}" srcOrd="9" destOrd="0" presId="urn:microsoft.com/office/officeart/2005/8/layout/list1"/>
    <dgm:cxn modelId="{30D06301-7994-4E90-A834-321941BB6730}" type="presParOf" srcId="{B65131DE-D500-49F5-A8FB-8CA3204A7D85}" destId="{454B2BF1-1D78-4AAB-9920-99AD8F636690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BB4F14E-2CE3-4CBF-BF20-1F734B76AAA3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5B71EA1-38D4-4595-8CDF-4394EB05B568}">
      <dgm:prSet/>
      <dgm:spPr/>
      <dgm:t>
        <a:bodyPr/>
        <a:lstStyle/>
        <a:p>
          <a:pPr algn="l" rtl="0">
            <a:lnSpc>
              <a:spcPct val="90000"/>
            </a:lnSpc>
          </a:pPr>
          <a:r>
            <a:rPr lang="pt-BR" sz="2200" b="1" i="1">
              <a:solidFill>
                <a:srgbClr val="FFFFFF"/>
              </a:solidFill>
              <a:latin typeface="Aptos"/>
              <a:ea typeface="+mn-ea"/>
              <a:cs typeface="+mn-cs"/>
            </a:rPr>
            <a:t> Hardware</a:t>
          </a:r>
          <a:r>
            <a:rPr lang="pt-BR" sz="2200" b="1">
              <a:solidFill>
                <a:srgbClr val="FFFFFF"/>
              </a:solidFill>
              <a:latin typeface="Aptos"/>
              <a:ea typeface="+mn-ea"/>
              <a:cs typeface="+mn-cs"/>
            </a:rPr>
            <a:t> vs. Integridade:</a:t>
          </a:r>
          <a:r>
            <a:rPr lang="pt-BR" sz="2200">
              <a:solidFill>
                <a:srgbClr val="FFFFFF"/>
              </a:solidFill>
              <a:latin typeface="Aptos"/>
              <a:ea typeface="+mn-ea"/>
              <a:cs typeface="+mn-cs"/>
            </a:rPr>
            <a:t> Mais potência de CPU (frequência ou núcleos) não resolve </a:t>
          </a:r>
          <a:r>
            <a:rPr lang="pt-BR" sz="2200" i="1">
              <a:solidFill>
                <a:srgbClr val="FFFFFF"/>
              </a:solidFill>
              <a:latin typeface="Aptos"/>
              <a:ea typeface="+mn-ea"/>
              <a:cs typeface="+mn-cs"/>
            </a:rPr>
            <a:t>race conditions</a:t>
          </a:r>
          <a:r>
            <a:rPr lang="pt-BR" sz="2200">
              <a:solidFill>
                <a:srgbClr val="FFFFFF"/>
              </a:solidFill>
              <a:latin typeface="Aptos"/>
              <a:ea typeface="+mn-ea"/>
              <a:cs typeface="+mn-cs"/>
            </a:rPr>
            <a:t>.</a:t>
          </a:r>
          <a:endParaRPr lang="en-US" sz="2200">
            <a:solidFill>
              <a:srgbClr val="FFFFFF"/>
            </a:solidFill>
            <a:latin typeface="Aptos"/>
            <a:ea typeface="+mn-ea"/>
            <a:cs typeface="+mn-cs"/>
          </a:endParaRPr>
        </a:p>
      </dgm:t>
    </dgm:pt>
    <dgm:pt modelId="{FD88E1D7-34EF-45D1-8EAA-9A1AA924C094}" type="parTrans" cxnId="{7EDAB5B2-45C7-4D17-8789-EEC4F49BE80E}">
      <dgm:prSet/>
      <dgm:spPr/>
      <dgm:t>
        <a:bodyPr/>
        <a:lstStyle/>
        <a:p>
          <a:endParaRPr lang="en-US"/>
        </a:p>
      </dgm:t>
    </dgm:pt>
    <dgm:pt modelId="{FE5D5ADC-9402-4FA4-968E-A3EEBAB5BFB5}" type="sibTrans" cxnId="{7EDAB5B2-45C7-4D17-8789-EEC4F49BE80E}">
      <dgm:prSet/>
      <dgm:spPr/>
      <dgm:t>
        <a:bodyPr/>
        <a:lstStyle/>
        <a:p>
          <a:endParaRPr lang="en-US"/>
        </a:p>
      </dgm:t>
    </dgm:pt>
    <dgm:pt modelId="{F3654EBA-A93D-4672-901C-F669F797D77E}">
      <dgm:prSet/>
      <dgm:spPr/>
      <dgm:t>
        <a:bodyPr/>
        <a:lstStyle/>
        <a:p>
          <a:pPr algn="l" rtl="0">
            <a:lnSpc>
              <a:spcPct val="90000"/>
            </a:lnSpc>
          </a:pPr>
          <a:r>
            <a:rPr lang="pt-BR" sz="2200" b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Superioridade do </a:t>
          </a:r>
          <a:r>
            <a:rPr lang="pt-BR" sz="2200" b="1" i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Multiprocessing</a:t>
          </a:r>
          <a:r>
            <a:rPr lang="pt-BR" sz="2200" b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:</a:t>
          </a:r>
          <a:r>
            <a:rPr lang="pt-BR" sz="22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Para tarefas </a:t>
          </a:r>
          <a:r>
            <a:rPr lang="pt-BR" sz="2200" i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CPU-bound</a:t>
          </a:r>
          <a:r>
            <a:rPr lang="pt-BR" sz="22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, o modelo de multiprocessamento escalou melhor que  </a:t>
          </a:r>
          <a:r>
            <a:rPr lang="pt-BR" sz="2200" i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Threading</a:t>
          </a:r>
          <a:r>
            <a:rPr lang="pt-BR" sz="22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, superando as limitações do GIL.</a:t>
          </a:r>
          <a:endParaRPr lang="en-US" sz="2200">
            <a:solidFill>
              <a:srgbClr val="FFFFFF"/>
            </a:solidFill>
            <a:latin typeface="Aptos" panose="02110004020202020204"/>
            <a:ea typeface="+mn-ea"/>
            <a:cs typeface="+mn-cs"/>
          </a:endParaRPr>
        </a:p>
      </dgm:t>
    </dgm:pt>
    <dgm:pt modelId="{76E77ABD-D215-4467-8BF9-906C139D3E7C}" type="parTrans" cxnId="{D2418B21-06FF-469C-AFCA-3E464738DCD0}">
      <dgm:prSet/>
      <dgm:spPr/>
      <dgm:t>
        <a:bodyPr/>
        <a:lstStyle/>
        <a:p>
          <a:endParaRPr lang="en-US"/>
        </a:p>
      </dgm:t>
    </dgm:pt>
    <dgm:pt modelId="{03C9EB0A-03A5-48A5-8F3D-192A72D85D3D}" type="sibTrans" cxnId="{D2418B21-06FF-469C-AFCA-3E464738DCD0}">
      <dgm:prSet/>
      <dgm:spPr/>
      <dgm:t>
        <a:bodyPr/>
        <a:lstStyle/>
        <a:p>
          <a:endParaRPr lang="en-US"/>
        </a:p>
      </dgm:t>
    </dgm:pt>
    <dgm:pt modelId="{24676007-DF0A-474B-927F-891CEFD0334D}">
      <dgm:prSet/>
      <dgm:spPr/>
      <dgm:t>
        <a:bodyPr/>
        <a:lstStyle/>
        <a:p>
          <a:pPr algn="l" rtl="0">
            <a:lnSpc>
              <a:spcPct val="90000"/>
            </a:lnSpc>
          </a:pPr>
          <a:r>
            <a:rPr lang="pt-BR" sz="2200" b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Eficiência de recursos:</a:t>
          </a:r>
          <a:r>
            <a:rPr lang="pt-BR" sz="22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 Uso de </a:t>
          </a:r>
          <a:r>
            <a:rPr lang="pt-BR" sz="2200" i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Pools</a:t>
          </a:r>
          <a:r>
            <a:rPr lang="pt-BR" sz="22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foi a abordagem mais estável, mantendo um consumo de memória entre 90~98 MB.</a:t>
          </a:r>
          <a:endParaRPr lang="en-US" sz="2200">
            <a:solidFill>
              <a:srgbClr val="FFFFFF"/>
            </a:solidFill>
            <a:latin typeface="Aptos" panose="02110004020202020204"/>
            <a:ea typeface="+mn-ea"/>
            <a:cs typeface="+mn-cs"/>
          </a:endParaRPr>
        </a:p>
      </dgm:t>
    </dgm:pt>
    <dgm:pt modelId="{29E7A6CA-4D4C-4323-896D-5CF3F1B104D9}" type="parTrans" cxnId="{F1465A55-065A-4C83-A693-D844A40BA721}">
      <dgm:prSet/>
      <dgm:spPr/>
      <dgm:t>
        <a:bodyPr/>
        <a:lstStyle/>
        <a:p>
          <a:endParaRPr lang="en-US"/>
        </a:p>
      </dgm:t>
    </dgm:pt>
    <dgm:pt modelId="{33DB177F-4E09-40E3-A081-D1FF1CF99305}" type="sibTrans" cxnId="{F1465A55-065A-4C83-A693-D844A40BA721}">
      <dgm:prSet/>
      <dgm:spPr/>
      <dgm:t>
        <a:bodyPr/>
        <a:lstStyle/>
        <a:p>
          <a:endParaRPr lang="en-US"/>
        </a:p>
      </dgm:t>
    </dgm:pt>
    <dgm:pt modelId="{A20EF1D2-0D2D-4D8E-A34E-FCED62F93013}">
      <dgm:prSet/>
      <dgm:spPr/>
      <dgm:t>
        <a:bodyPr/>
        <a:lstStyle/>
        <a:p>
          <a:pPr algn="l" rtl="0">
            <a:lnSpc>
              <a:spcPct val="90000"/>
            </a:lnSpc>
          </a:pPr>
          <a:r>
            <a:rPr lang="pt-BR" sz="2200" b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Limitações Python:</a:t>
          </a:r>
          <a:r>
            <a:rPr lang="pt-BR" sz="22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Estruturas puramente </a:t>
          </a:r>
          <a:r>
            <a:rPr lang="pt-BR" sz="2200" i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lock-free</a:t>
          </a:r>
          <a:r>
            <a:rPr lang="pt-BR" sz="22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são limitadas ao nível do interpretador pois ele atua como um mecanismo mestre baseado em </a:t>
          </a:r>
          <a:r>
            <a:rPr lang="pt-BR" sz="2200" i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locks</a:t>
          </a:r>
          <a:r>
            <a:rPr lang="pt-BR" sz="22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.</a:t>
          </a:r>
          <a:endParaRPr lang="en-US" sz="2200">
            <a:solidFill>
              <a:srgbClr val="FFFFFF"/>
            </a:solidFill>
            <a:latin typeface="Aptos" panose="02110004020202020204"/>
            <a:ea typeface="+mn-ea"/>
            <a:cs typeface="+mn-cs"/>
          </a:endParaRPr>
        </a:p>
      </dgm:t>
    </dgm:pt>
    <dgm:pt modelId="{AB51C01E-29CB-47F1-8117-247DF033680B}" type="parTrans" cxnId="{EEB6AF78-042F-4D39-9BB7-59026AF3B654}">
      <dgm:prSet/>
      <dgm:spPr/>
      <dgm:t>
        <a:bodyPr/>
        <a:lstStyle/>
        <a:p>
          <a:endParaRPr lang="en-US"/>
        </a:p>
      </dgm:t>
    </dgm:pt>
    <dgm:pt modelId="{C1666064-F0D6-4159-8821-2415C06A332F}" type="sibTrans" cxnId="{EEB6AF78-042F-4D39-9BB7-59026AF3B654}">
      <dgm:prSet/>
      <dgm:spPr/>
      <dgm:t>
        <a:bodyPr/>
        <a:lstStyle/>
        <a:p>
          <a:endParaRPr lang="en-US"/>
        </a:p>
      </dgm:t>
    </dgm:pt>
    <dgm:pt modelId="{AB5676B2-73C7-4ABA-887B-3F69F3A6D8AD}" type="pres">
      <dgm:prSet presAssocID="{3BB4F14E-2CE3-4CBF-BF20-1F734B76AAA3}" presName="linear" presStyleCnt="0">
        <dgm:presLayoutVars>
          <dgm:animLvl val="lvl"/>
          <dgm:resizeHandles val="exact"/>
        </dgm:presLayoutVars>
      </dgm:prSet>
      <dgm:spPr/>
    </dgm:pt>
    <dgm:pt modelId="{FA61891C-87BD-4D6E-88AE-32A249B81094}" type="pres">
      <dgm:prSet presAssocID="{75B71EA1-38D4-4595-8CDF-4394EB05B56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5DD79B5-CF25-4A07-812B-3A3DC60CB475}" type="pres">
      <dgm:prSet presAssocID="{FE5D5ADC-9402-4FA4-968E-A3EEBAB5BFB5}" presName="spacer" presStyleCnt="0"/>
      <dgm:spPr/>
    </dgm:pt>
    <dgm:pt modelId="{E8AEE082-9EC6-49E0-85FF-1B14CBDB0F49}" type="pres">
      <dgm:prSet presAssocID="{F3654EBA-A93D-4672-901C-F669F797D77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4B31E0E-01D6-4ACD-B866-6A31C5160BA6}" type="pres">
      <dgm:prSet presAssocID="{03C9EB0A-03A5-48A5-8F3D-192A72D85D3D}" presName="spacer" presStyleCnt="0"/>
      <dgm:spPr/>
    </dgm:pt>
    <dgm:pt modelId="{6617A9CD-1B0D-4C91-9B8E-244BBB504C17}" type="pres">
      <dgm:prSet presAssocID="{24676007-DF0A-474B-927F-891CEFD0334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A236105-76D8-402A-AA8C-04062EB7CF11}" type="pres">
      <dgm:prSet presAssocID="{33DB177F-4E09-40E3-A081-D1FF1CF99305}" presName="spacer" presStyleCnt="0"/>
      <dgm:spPr/>
    </dgm:pt>
    <dgm:pt modelId="{95FE2B20-3E36-405C-9303-8110DFE0D7A8}" type="pres">
      <dgm:prSet presAssocID="{A20EF1D2-0D2D-4D8E-A34E-FCED62F9301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2418B21-06FF-469C-AFCA-3E464738DCD0}" srcId="{3BB4F14E-2CE3-4CBF-BF20-1F734B76AAA3}" destId="{F3654EBA-A93D-4672-901C-F669F797D77E}" srcOrd="1" destOrd="0" parTransId="{76E77ABD-D215-4467-8BF9-906C139D3E7C}" sibTransId="{03C9EB0A-03A5-48A5-8F3D-192A72D85D3D}"/>
    <dgm:cxn modelId="{7F8EF960-BD0A-4C0C-9849-C580D04F62D4}" type="presOf" srcId="{3BB4F14E-2CE3-4CBF-BF20-1F734B76AAA3}" destId="{AB5676B2-73C7-4ABA-887B-3F69F3A6D8AD}" srcOrd="0" destOrd="0" presId="urn:microsoft.com/office/officeart/2005/8/layout/vList2"/>
    <dgm:cxn modelId="{D1DD5862-C16D-49F4-830E-AF9A1D84D18F}" type="presOf" srcId="{F3654EBA-A93D-4672-901C-F669F797D77E}" destId="{E8AEE082-9EC6-49E0-85FF-1B14CBDB0F49}" srcOrd="0" destOrd="0" presId="urn:microsoft.com/office/officeart/2005/8/layout/vList2"/>
    <dgm:cxn modelId="{06601A4C-5E3A-4F0B-AFF0-87FDEC822C98}" type="presOf" srcId="{75B71EA1-38D4-4595-8CDF-4394EB05B568}" destId="{FA61891C-87BD-4D6E-88AE-32A249B81094}" srcOrd="0" destOrd="0" presId="urn:microsoft.com/office/officeart/2005/8/layout/vList2"/>
    <dgm:cxn modelId="{F1465A55-065A-4C83-A693-D844A40BA721}" srcId="{3BB4F14E-2CE3-4CBF-BF20-1F734B76AAA3}" destId="{24676007-DF0A-474B-927F-891CEFD0334D}" srcOrd="2" destOrd="0" parTransId="{29E7A6CA-4D4C-4323-896D-5CF3F1B104D9}" sibTransId="{33DB177F-4E09-40E3-A081-D1FF1CF99305}"/>
    <dgm:cxn modelId="{EEB6AF78-042F-4D39-9BB7-59026AF3B654}" srcId="{3BB4F14E-2CE3-4CBF-BF20-1F734B76AAA3}" destId="{A20EF1D2-0D2D-4D8E-A34E-FCED62F93013}" srcOrd="3" destOrd="0" parTransId="{AB51C01E-29CB-47F1-8117-247DF033680B}" sibTransId="{C1666064-F0D6-4159-8821-2415C06A332F}"/>
    <dgm:cxn modelId="{7EDAB5B2-45C7-4D17-8789-EEC4F49BE80E}" srcId="{3BB4F14E-2CE3-4CBF-BF20-1F734B76AAA3}" destId="{75B71EA1-38D4-4595-8CDF-4394EB05B568}" srcOrd="0" destOrd="0" parTransId="{FD88E1D7-34EF-45D1-8EAA-9A1AA924C094}" sibTransId="{FE5D5ADC-9402-4FA4-968E-A3EEBAB5BFB5}"/>
    <dgm:cxn modelId="{5E6902BE-D085-43CB-ADD7-52D5172A25BB}" type="presOf" srcId="{24676007-DF0A-474B-927F-891CEFD0334D}" destId="{6617A9CD-1B0D-4C91-9B8E-244BBB504C17}" srcOrd="0" destOrd="0" presId="urn:microsoft.com/office/officeart/2005/8/layout/vList2"/>
    <dgm:cxn modelId="{9E79F5FD-1FA3-4B31-AA2F-91AA6CD3AB2D}" type="presOf" srcId="{A20EF1D2-0D2D-4D8E-A34E-FCED62F93013}" destId="{95FE2B20-3E36-405C-9303-8110DFE0D7A8}" srcOrd="0" destOrd="0" presId="urn:microsoft.com/office/officeart/2005/8/layout/vList2"/>
    <dgm:cxn modelId="{28C6BFD2-F100-4420-A36C-4747E3C4EC6A}" type="presParOf" srcId="{AB5676B2-73C7-4ABA-887B-3F69F3A6D8AD}" destId="{FA61891C-87BD-4D6E-88AE-32A249B81094}" srcOrd="0" destOrd="0" presId="urn:microsoft.com/office/officeart/2005/8/layout/vList2"/>
    <dgm:cxn modelId="{5A679421-F92B-4C5D-979C-95BA9B399A58}" type="presParOf" srcId="{AB5676B2-73C7-4ABA-887B-3F69F3A6D8AD}" destId="{B5DD79B5-CF25-4A07-812B-3A3DC60CB475}" srcOrd="1" destOrd="0" presId="urn:microsoft.com/office/officeart/2005/8/layout/vList2"/>
    <dgm:cxn modelId="{C697DCDB-4FB9-4319-878F-B39256C2F786}" type="presParOf" srcId="{AB5676B2-73C7-4ABA-887B-3F69F3A6D8AD}" destId="{E8AEE082-9EC6-49E0-85FF-1B14CBDB0F49}" srcOrd="2" destOrd="0" presId="urn:microsoft.com/office/officeart/2005/8/layout/vList2"/>
    <dgm:cxn modelId="{1D36D211-5D7A-41AC-8F95-7E4BDA037863}" type="presParOf" srcId="{AB5676B2-73C7-4ABA-887B-3F69F3A6D8AD}" destId="{E4B31E0E-01D6-4ACD-B866-6A31C5160BA6}" srcOrd="3" destOrd="0" presId="urn:microsoft.com/office/officeart/2005/8/layout/vList2"/>
    <dgm:cxn modelId="{0DDC84FD-60B2-4C7C-971B-76B06AED119B}" type="presParOf" srcId="{AB5676B2-73C7-4ABA-887B-3F69F3A6D8AD}" destId="{6617A9CD-1B0D-4C91-9B8E-244BBB504C17}" srcOrd="4" destOrd="0" presId="urn:microsoft.com/office/officeart/2005/8/layout/vList2"/>
    <dgm:cxn modelId="{E610ABD8-5AAC-4311-8767-271717FE0DDD}" type="presParOf" srcId="{AB5676B2-73C7-4ABA-887B-3F69F3A6D8AD}" destId="{7A236105-76D8-402A-AA8C-04062EB7CF11}" srcOrd="5" destOrd="0" presId="urn:microsoft.com/office/officeart/2005/8/layout/vList2"/>
    <dgm:cxn modelId="{934FD85A-EAD5-4E15-866D-96635AC533BC}" type="presParOf" srcId="{AB5676B2-73C7-4ABA-887B-3F69F3A6D8AD}" destId="{95FE2B20-3E36-405C-9303-8110DFE0D7A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0B44F1B-6907-4752-86E1-38DDF0192EBE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3FD0534-591B-4439-A74E-67BA56C45E89}">
      <dgm:prSet/>
      <dgm:spPr/>
      <dgm:t>
        <a:bodyPr/>
        <a:lstStyle/>
        <a:p>
          <a:pPr algn="l" rtl="0">
            <a:lnSpc>
              <a:spcPct val="90000"/>
            </a:lnSpc>
          </a:pPr>
          <a:r>
            <a:rPr lang="pt-BR" sz="2500" b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Exploração do Python 3.12+:</a:t>
          </a:r>
          <a:r>
            <a:rPr lang="pt-BR" sz="25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Investigar se o “</a:t>
          </a:r>
          <a:r>
            <a:rPr lang="pt-BR" sz="2500" i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Per-Interpreter GIL</a:t>
          </a:r>
          <a:r>
            <a:rPr lang="pt-BR" sz="25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” consegue reduzir a diferença de desempenho entre threads e processos.</a:t>
          </a:r>
          <a:endParaRPr lang="en-US" sz="2500">
            <a:solidFill>
              <a:srgbClr val="FFFFFF"/>
            </a:solidFill>
            <a:latin typeface="Aptos" panose="02110004020202020204"/>
            <a:ea typeface="+mn-ea"/>
            <a:cs typeface="+mn-cs"/>
          </a:endParaRPr>
        </a:p>
      </dgm:t>
    </dgm:pt>
    <dgm:pt modelId="{BF569556-1118-4785-B94D-2AB438163E6F}" type="parTrans" cxnId="{BBC7EC2B-D97C-488C-821B-116C63C048D7}">
      <dgm:prSet/>
      <dgm:spPr/>
      <dgm:t>
        <a:bodyPr/>
        <a:lstStyle/>
        <a:p>
          <a:endParaRPr lang="en-US"/>
        </a:p>
      </dgm:t>
    </dgm:pt>
    <dgm:pt modelId="{8321522B-8D62-40D4-A12F-E6D8CB624D4D}" type="sibTrans" cxnId="{BBC7EC2B-D97C-488C-821B-116C63C048D7}">
      <dgm:prSet/>
      <dgm:spPr/>
      <dgm:t>
        <a:bodyPr/>
        <a:lstStyle/>
        <a:p>
          <a:endParaRPr lang="en-US"/>
        </a:p>
      </dgm:t>
    </dgm:pt>
    <dgm:pt modelId="{DD847656-524C-4810-BF67-9EF34A31F85D}">
      <dgm:prSet/>
      <dgm:spPr/>
      <dgm:t>
        <a:bodyPr/>
        <a:lstStyle/>
        <a:p>
          <a:pPr algn="l" rtl="0">
            <a:lnSpc>
              <a:spcPct val="90000"/>
            </a:lnSpc>
          </a:pPr>
          <a:r>
            <a:rPr lang="pt-BR" sz="2500" b="1">
              <a:solidFill>
                <a:srgbClr val="FFFFFF"/>
              </a:solidFill>
              <a:latin typeface="Aptos"/>
              <a:ea typeface="+mn-ea"/>
              <a:cs typeface="+mn-cs"/>
            </a:rPr>
            <a:t> Computação distribuída:</a:t>
          </a:r>
          <a:r>
            <a:rPr lang="pt-BR" sz="2500">
              <a:solidFill>
                <a:srgbClr val="FFFFFF"/>
              </a:solidFill>
              <a:latin typeface="Aptos"/>
              <a:ea typeface="+mn-ea"/>
              <a:cs typeface="+mn-cs"/>
            </a:rPr>
            <a:t> Expandir os testes para sistemas distribuídos.</a:t>
          </a:r>
          <a:endParaRPr lang="en-US" sz="2500">
            <a:solidFill>
              <a:srgbClr val="FFFFFF"/>
            </a:solidFill>
            <a:latin typeface="Aptos" panose="02110004020202020204"/>
            <a:ea typeface="+mn-ea"/>
            <a:cs typeface="+mn-cs"/>
          </a:endParaRPr>
        </a:p>
      </dgm:t>
    </dgm:pt>
    <dgm:pt modelId="{8260E80C-BF28-470E-8D14-F820F4333922}" type="parTrans" cxnId="{BBC139AE-C83D-487A-ABD7-DB67D4C5831F}">
      <dgm:prSet/>
      <dgm:spPr/>
      <dgm:t>
        <a:bodyPr/>
        <a:lstStyle/>
        <a:p>
          <a:endParaRPr lang="en-US"/>
        </a:p>
      </dgm:t>
    </dgm:pt>
    <dgm:pt modelId="{C2453D67-9ED8-4E6E-8735-8C9CB1FD5AC8}" type="sibTrans" cxnId="{BBC139AE-C83D-487A-ABD7-DB67D4C5831F}">
      <dgm:prSet/>
      <dgm:spPr/>
      <dgm:t>
        <a:bodyPr/>
        <a:lstStyle/>
        <a:p>
          <a:endParaRPr lang="en-US"/>
        </a:p>
      </dgm:t>
    </dgm:pt>
    <dgm:pt modelId="{0114DAAA-6746-4B85-AC95-2EEC1FAA37A6}">
      <dgm:prSet/>
      <dgm:spPr/>
      <dgm:t>
        <a:bodyPr/>
        <a:lstStyle/>
        <a:p>
          <a:pPr algn="l" rtl="0">
            <a:lnSpc>
              <a:spcPct val="90000"/>
            </a:lnSpc>
          </a:pPr>
          <a:r>
            <a:rPr lang="pt-BR" sz="2500" b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Programação assíncrona:</a:t>
          </a:r>
          <a:r>
            <a:rPr lang="pt-BR" sz="25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Integrar bibliotecas para comparar o </a:t>
          </a:r>
          <a:r>
            <a:rPr lang="pt-BR" sz="2500" i="1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multitasking</a:t>
          </a:r>
          <a:r>
            <a:rPr lang="pt-BR" sz="25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cooperativo com os modelos preemptivos analisados.</a:t>
          </a:r>
          <a:endParaRPr lang="en-US" sz="2500">
            <a:solidFill>
              <a:srgbClr val="FFFFFF"/>
            </a:solidFill>
            <a:latin typeface="Aptos" panose="02110004020202020204"/>
            <a:ea typeface="+mn-ea"/>
            <a:cs typeface="+mn-cs"/>
          </a:endParaRPr>
        </a:p>
      </dgm:t>
    </dgm:pt>
    <dgm:pt modelId="{DC8CEE4B-3E9A-4173-8630-B0F640318716}" type="parTrans" cxnId="{A4270489-37D5-4DC9-AF63-656D6F49C47D}">
      <dgm:prSet/>
      <dgm:spPr/>
      <dgm:t>
        <a:bodyPr/>
        <a:lstStyle/>
        <a:p>
          <a:endParaRPr lang="en-US"/>
        </a:p>
      </dgm:t>
    </dgm:pt>
    <dgm:pt modelId="{20545737-DC4C-46AC-88C0-82470F80BD7E}" type="sibTrans" cxnId="{A4270489-37D5-4DC9-AF63-656D6F49C47D}">
      <dgm:prSet/>
      <dgm:spPr/>
      <dgm:t>
        <a:bodyPr/>
        <a:lstStyle/>
        <a:p>
          <a:endParaRPr lang="en-US"/>
        </a:p>
      </dgm:t>
    </dgm:pt>
    <dgm:pt modelId="{F0EA35A2-5DF0-4CFB-AFDD-8F59AF797C97}" type="pres">
      <dgm:prSet presAssocID="{40B44F1B-6907-4752-86E1-38DDF0192EBE}" presName="linear" presStyleCnt="0">
        <dgm:presLayoutVars>
          <dgm:animLvl val="lvl"/>
          <dgm:resizeHandles val="exact"/>
        </dgm:presLayoutVars>
      </dgm:prSet>
      <dgm:spPr/>
    </dgm:pt>
    <dgm:pt modelId="{FE13E8E5-1AC7-4D2F-B3A5-EB4CCA26FBAC}" type="pres">
      <dgm:prSet presAssocID="{73FD0534-591B-4439-A74E-67BA56C45E8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98BF02A-49AB-402E-A655-5FB610209267}" type="pres">
      <dgm:prSet presAssocID="{8321522B-8D62-40D4-A12F-E6D8CB624D4D}" presName="spacer" presStyleCnt="0"/>
      <dgm:spPr/>
    </dgm:pt>
    <dgm:pt modelId="{0054F518-B4B1-4CE8-9BFC-80300206784C}" type="pres">
      <dgm:prSet presAssocID="{DD847656-524C-4810-BF67-9EF34A31F85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160C76D-FADF-4482-B8C8-F527769F3864}" type="pres">
      <dgm:prSet presAssocID="{C2453D67-9ED8-4E6E-8735-8C9CB1FD5AC8}" presName="spacer" presStyleCnt="0"/>
      <dgm:spPr/>
    </dgm:pt>
    <dgm:pt modelId="{F87A8622-50EC-4DF5-BA8D-154036539EF2}" type="pres">
      <dgm:prSet presAssocID="{0114DAAA-6746-4B85-AC95-2EEC1FAA37A6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D0AAD80C-1A80-4D98-BE0D-20575B52BF34}" type="presOf" srcId="{DD847656-524C-4810-BF67-9EF34A31F85D}" destId="{0054F518-B4B1-4CE8-9BFC-80300206784C}" srcOrd="0" destOrd="0" presId="urn:microsoft.com/office/officeart/2005/8/layout/vList2"/>
    <dgm:cxn modelId="{BBC7EC2B-D97C-488C-821B-116C63C048D7}" srcId="{40B44F1B-6907-4752-86E1-38DDF0192EBE}" destId="{73FD0534-591B-4439-A74E-67BA56C45E89}" srcOrd="0" destOrd="0" parTransId="{BF569556-1118-4785-B94D-2AB438163E6F}" sibTransId="{8321522B-8D62-40D4-A12F-E6D8CB624D4D}"/>
    <dgm:cxn modelId="{6E9B375A-B498-4DEA-B627-4996B195FF87}" type="presOf" srcId="{73FD0534-591B-4439-A74E-67BA56C45E89}" destId="{FE13E8E5-1AC7-4D2F-B3A5-EB4CCA26FBAC}" srcOrd="0" destOrd="0" presId="urn:microsoft.com/office/officeart/2005/8/layout/vList2"/>
    <dgm:cxn modelId="{A4270489-37D5-4DC9-AF63-656D6F49C47D}" srcId="{40B44F1B-6907-4752-86E1-38DDF0192EBE}" destId="{0114DAAA-6746-4B85-AC95-2EEC1FAA37A6}" srcOrd="2" destOrd="0" parTransId="{DC8CEE4B-3E9A-4173-8630-B0F640318716}" sibTransId="{20545737-DC4C-46AC-88C0-82470F80BD7E}"/>
    <dgm:cxn modelId="{BBC139AE-C83D-487A-ABD7-DB67D4C5831F}" srcId="{40B44F1B-6907-4752-86E1-38DDF0192EBE}" destId="{DD847656-524C-4810-BF67-9EF34A31F85D}" srcOrd="1" destOrd="0" parTransId="{8260E80C-BF28-470E-8D14-F820F4333922}" sibTransId="{C2453D67-9ED8-4E6E-8735-8C9CB1FD5AC8}"/>
    <dgm:cxn modelId="{812DFDB5-25E1-4785-907C-29E122FF267C}" type="presOf" srcId="{0114DAAA-6746-4B85-AC95-2EEC1FAA37A6}" destId="{F87A8622-50EC-4DF5-BA8D-154036539EF2}" srcOrd="0" destOrd="0" presId="urn:microsoft.com/office/officeart/2005/8/layout/vList2"/>
    <dgm:cxn modelId="{D396E3CA-C5F8-4C16-8F76-608BCD79C84B}" type="presOf" srcId="{40B44F1B-6907-4752-86E1-38DDF0192EBE}" destId="{F0EA35A2-5DF0-4CFB-AFDD-8F59AF797C97}" srcOrd="0" destOrd="0" presId="urn:microsoft.com/office/officeart/2005/8/layout/vList2"/>
    <dgm:cxn modelId="{289470E4-238C-463D-8D49-0BA3FB95D21C}" type="presParOf" srcId="{F0EA35A2-5DF0-4CFB-AFDD-8F59AF797C97}" destId="{FE13E8E5-1AC7-4D2F-B3A5-EB4CCA26FBAC}" srcOrd="0" destOrd="0" presId="urn:microsoft.com/office/officeart/2005/8/layout/vList2"/>
    <dgm:cxn modelId="{AEAB7425-046D-4668-972C-215418695D99}" type="presParOf" srcId="{F0EA35A2-5DF0-4CFB-AFDD-8F59AF797C97}" destId="{D98BF02A-49AB-402E-A655-5FB610209267}" srcOrd="1" destOrd="0" presId="urn:microsoft.com/office/officeart/2005/8/layout/vList2"/>
    <dgm:cxn modelId="{650AA136-44A7-4E8B-A65A-BB11D8292CCF}" type="presParOf" srcId="{F0EA35A2-5DF0-4CFB-AFDD-8F59AF797C97}" destId="{0054F518-B4B1-4CE8-9BFC-80300206784C}" srcOrd="2" destOrd="0" presId="urn:microsoft.com/office/officeart/2005/8/layout/vList2"/>
    <dgm:cxn modelId="{FCF0D7D3-B755-4C99-A0E9-D4BEFB2FC3A4}" type="presParOf" srcId="{F0EA35A2-5DF0-4CFB-AFDD-8F59AF797C97}" destId="{3160C76D-FADF-4482-B8C8-F527769F3864}" srcOrd="3" destOrd="0" presId="urn:microsoft.com/office/officeart/2005/8/layout/vList2"/>
    <dgm:cxn modelId="{5616E605-154A-4FF7-9E6A-CBC1CC413210}" type="presParOf" srcId="{F0EA35A2-5DF0-4CFB-AFDD-8F59AF797C97}" destId="{F87A8622-50EC-4DF5-BA8D-154036539EF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6BAE9D-B49A-43C2-A1FC-D7C8108AF172}">
      <dsp:nvSpPr>
        <dsp:cNvPr id="0" name=""/>
        <dsp:cNvSpPr/>
      </dsp:nvSpPr>
      <dsp:spPr>
        <a:xfrm>
          <a:off x="0" y="1808"/>
          <a:ext cx="10515600" cy="91661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54E59D-F0D3-4A86-B82E-5754D95529D2}">
      <dsp:nvSpPr>
        <dsp:cNvPr id="0" name=""/>
        <dsp:cNvSpPr/>
      </dsp:nvSpPr>
      <dsp:spPr>
        <a:xfrm>
          <a:off x="277275" y="208046"/>
          <a:ext cx="504136" cy="5041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3FD318-5B4F-400D-97FB-8013D892FB66}">
      <dsp:nvSpPr>
        <dsp:cNvPr id="0" name=""/>
        <dsp:cNvSpPr/>
      </dsp:nvSpPr>
      <dsp:spPr>
        <a:xfrm>
          <a:off x="1058686" y="1808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6223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kern="1200"/>
            <a:t>↪︎</a:t>
          </a:r>
          <a:r>
            <a:rPr lang="pt-BR" sz="1400" b="0" kern="1200">
              <a:latin typeface="Aptos Display" panose="02110004020202020204"/>
            </a:rPr>
            <a:t> </a:t>
          </a:r>
          <a:r>
            <a:rPr lang="pt-BR" sz="1400" b="1" kern="1200"/>
            <a:t>Desempenho </a:t>
          </a:r>
          <a:r>
            <a:rPr lang="pt-BR" sz="1400" kern="1200"/>
            <a:t>➡︎</a:t>
          </a:r>
          <a:r>
            <a:rPr lang="pt-BR" sz="1400" kern="1200">
              <a:latin typeface="Aptos Display" panose="02110004020202020204"/>
            </a:rPr>
            <a:t> A</a:t>
          </a:r>
          <a:r>
            <a:rPr lang="pt-BR" sz="1400" kern="1200"/>
            <a:t> programação concorrente é fundamental para que múltiplas tarefas sejam executadas simultaneamente, aumentando a eficiência de sistemas modernos com múltiplos núcleos.</a:t>
          </a:r>
          <a:endParaRPr lang="en-US" sz="1400" kern="1200"/>
        </a:p>
      </dsp:txBody>
      <dsp:txXfrm>
        <a:off x="1058686" y="1808"/>
        <a:ext cx="9456913" cy="916611"/>
      </dsp:txXfrm>
    </dsp:sp>
    <dsp:sp modelId="{4C5A61CD-9B87-4A16-B466-6D5631B15B3E}">
      <dsp:nvSpPr>
        <dsp:cNvPr id="0" name=""/>
        <dsp:cNvSpPr/>
      </dsp:nvSpPr>
      <dsp:spPr>
        <a:xfrm>
          <a:off x="0" y="1147573"/>
          <a:ext cx="10515600" cy="91661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8E7422-F90D-4103-9A5A-0AF2C194D995}">
      <dsp:nvSpPr>
        <dsp:cNvPr id="0" name=""/>
        <dsp:cNvSpPr/>
      </dsp:nvSpPr>
      <dsp:spPr>
        <a:xfrm>
          <a:off x="277275" y="1353811"/>
          <a:ext cx="504136" cy="5041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CB90FF-B198-40B3-8B00-C89523AA5636}">
      <dsp:nvSpPr>
        <dsp:cNvPr id="0" name=""/>
        <dsp:cNvSpPr/>
      </dsp:nvSpPr>
      <dsp:spPr>
        <a:xfrm>
          <a:off x="1058686" y="1147573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6223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kern="1200"/>
            <a:t>↪︎</a:t>
          </a:r>
          <a:r>
            <a:rPr lang="pt-BR" sz="1400" b="0" kern="1200">
              <a:latin typeface="Aptos Display" panose="02110004020202020204"/>
            </a:rPr>
            <a:t> </a:t>
          </a:r>
          <a:r>
            <a:rPr lang="pt-BR" sz="1400" b="1" kern="1200"/>
            <a:t>Coordenação </a:t>
          </a:r>
          <a:r>
            <a:rPr lang="pt-BR" sz="1400" kern="1200"/>
            <a:t>➡︎</a:t>
          </a:r>
          <a:r>
            <a:rPr lang="pt-BR" sz="1400" kern="1200">
              <a:latin typeface="Aptos Display" panose="02110004020202020204"/>
            </a:rPr>
            <a:t> </a:t>
          </a:r>
          <a:r>
            <a:rPr lang="pt-BR" sz="1400" kern="1200"/>
            <a:t>quando múltiplos threads interagem com recursos partilhados, são necessários mecanismos de sincronização para evitar inconsistências e garantir a correção dos dados.</a:t>
          </a:r>
          <a:endParaRPr lang="en-US" sz="1400" kern="1200"/>
        </a:p>
      </dsp:txBody>
      <dsp:txXfrm>
        <a:off x="1058686" y="1147573"/>
        <a:ext cx="9456913" cy="916611"/>
      </dsp:txXfrm>
    </dsp:sp>
    <dsp:sp modelId="{99608CD4-3A8C-4633-9BC5-0CDF27DFE102}">
      <dsp:nvSpPr>
        <dsp:cNvPr id="0" name=""/>
        <dsp:cNvSpPr/>
      </dsp:nvSpPr>
      <dsp:spPr>
        <a:xfrm>
          <a:off x="0" y="2293338"/>
          <a:ext cx="10515600" cy="91661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52C3A4-90F4-4DE9-8CED-8B49493DA427}">
      <dsp:nvSpPr>
        <dsp:cNvPr id="0" name=""/>
        <dsp:cNvSpPr/>
      </dsp:nvSpPr>
      <dsp:spPr>
        <a:xfrm>
          <a:off x="277275" y="2499576"/>
          <a:ext cx="504136" cy="5041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7D5FC6-39BC-45F3-A528-4B4C5B71C680}">
      <dsp:nvSpPr>
        <dsp:cNvPr id="0" name=""/>
        <dsp:cNvSpPr/>
      </dsp:nvSpPr>
      <dsp:spPr>
        <a:xfrm>
          <a:off x="1058686" y="2293338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6223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kern="1200"/>
            <a:t>↪︎</a:t>
          </a:r>
          <a:r>
            <a:rPr lang="pt-BR" sz="1400" b="0" kern="1200">
              <a:latin typeface="Aptos Display" panose="02110004020202020204"/>
            </a:rPr>
            <a:t> </a:t>
          </a:r>
          <a:r>
            <a:rPr lang="pt-BR" sz="1400" b="1" kern="1200">
              <a:latin typeface="Aptos Display" panose="02110004020202020204"/>
            </a:rPr>
            <a:t>Abordagem</a:t>
          </a:r>
          <a:r>
            <a:rPr lang="pt-BR" sz="1400" b="1" kern="1200"/>
            <a:t> Tradicional </a:t>
          </a:r>
          <a:r>
            <a:rPr lang="pt-BR" sz="1400" kern="1200"/>
            <a:t>➡︎</a:t>
          </a:r>
          <a:r>
            <a:rPr lang="pt-BR" sz="1400" kern="1200">
              <a:latin typeface="Aptos Display" panose="02110004020202020204"/>
            </a:rPr>
            <a:t> </a:t>
          </a:r>
          <a:r>
            <a:rPr lang="pt-BR" sz="1400" kern="1200"/>
            <a:t>o método mais comum utiliza </a:t>
          </a:r>
          <a:r>
            <a:rPr lang="pt-BR" sz="1400" i="1" kern="1200"/>
            <a:t>locks</a:t>
          </a:r>
          <a:r>
            <a:rPr lang="pt-BR" sz="1400" kern="1200"/>
            <a:t> para garantir a exclusão mútua, permitindo que apenas uma </a:t>
          </a:r>
          <a:r>
            <a:rPr lang="pt-BR" sz="1400" i="1" kern="1200"/>
            <a:t>thread</a:t>
          </a:r>
          <a:r>
            <a:rPr lang="pt-BR" sz="1400" kern="1200"/>
            <a:t> aceda ao recurso por vez.</a:t>
          </a:r>
          <a:endParaRPr lang="en-US" sz="1400" kern="1200"/>
        </a:p>
      </dsp:txBody>
      <dsp:txXfrm>
        <a:off x="1058686" y="2293338"/>
        <a:ext cx="9456913" cy="916611"/>
      </dsp:txXfrm>
    </dsp:sp>
    <dsp:sp modelId="{EB04DC1E-BA0C-4EA8-893E-F00F4DDCAF9B}">
      <dsp:nvSpPr>
        <dsp:cNvPr id="0" name=""/>
        <dsp:cNvSpPr/>
      </dsp:nvSpPr>
      <dsp:spPr>
        <a:xfrm>
          <a:off x="0" y="3439103"/>
          <a:ext cx="10515600" cy="91661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EEA5DE-3607-4863-890D-A2A5748C8176}">
      <dsp:nvSpPr>
        <dsp:cNvPr id="0" name=""/>
        <dsp:cNvSpPr/>
      </dsp:nvSpPr>
      <dsp:spPr>
        <a:xfrm>
          <a:off x="277275" y="3645341"/>
          <a:ext cx="504136" cy="50413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112C1C-93E7-490E-A481-A73105231B81}">
      <dsp:nvSpPr>
        <dsp:cNvPr id="0" name=""/>
        <dsp:cNvSpPr/>
      </dsp:nvSpPr>
      <dsp:spPr>
        <a:xfrm>
          <a:off x="1058686" y="3439103"/>
          <a:ext cx="94569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6223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kern="1200"/>
            <a:t>↪︎</a:t>
          </a:r>
          <a:r>
            <a:rPr lang="pt-BR" sz="1400" b="0" kern="1200">
              <a:latin typeface="Aptos Display" panose="02110004020202020204"/>
            </a:rPr>
            <a:t> </a:t>
          </a:r>
          <a:r>
            <a:rPr lang="pt-BR" sz="1400" b="1" kern="1200"/>
            <a:t>Alternativas </a:t>
          </a:r>
          <a:r>
            <a:rPr lang="pt-BR" sz="1400" kern="1200"/>
            <a:t>➡︎</a:t>
          </a:r>
          <a:r>
            <a:rPr lang="pt-BR" sz="1400" kern="1200">
              <a:latin typeface="Aptos Display" panose="02110004020202020204"/>
            </a:rPr>
            <a:t> </a:t>
          </a:r>
          <a:r>
            <a:rPr lang="pt-BR" sz="1400" kern="1200"/>
            <a:t>devido às limitações dos </a:t>
          </a:r>
          <a:r>
            <a:rPr lang="pt-BR" sz="1400" i="1" kern="1200"/>
            <a:t>locks</a:t>
          </a:r>
          <a:r>
            <a:rPr lang="pt-BR" sz="1400" kern="1200"/>
            <a:t>, algoritmos </a:t>
          </a:r>
          <a:r>
            <a:rPr lang="pt-BR" sz="1400" i="1" kern="1200"/>
            <a:t>lock-free</a:t>
          </a:r>
          <a:r>
            <a:rPr lang="pt-BR" sz="1400" kern="1200"/>
            <a:t> e não bloqueantes têm sido estudados para oferecer maior escalabilidade através de operações atômicas de hardware (como o </a:t>
          </a:r>
          <a:r>
            <a:rPr lang="pt-BR" sz="1400" i="1" kern="1200"/>
            <a:t>CAS – Compare-and-Swap</a:t>
          </a:r>
          <a:r>
            <a:rPr lang="pt-BR" sz="1400" kern="1200"/>
            <a:t>).</a:t>
          </a:r>
          <a:endParaRPr lang="en-US" sz="1400" kern="1200"/>
        </a:p>
      </dsp:txBody>
      <dsp:txXfrm>
        <a:off x="1058686" y="3439103"/>
        <a:ext cx="9456913" cy="91661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D0ED55-AB24-47A0-ABDA-F3EEBE51B4D7}">
      <dsp:nvSpPr>
        <dsp:cNvPr id="0" name=""/>
        <dsp:cNvSpPr/>
      </dsp:nvSpPr>
      <dsp:spPr>
        <a:xfrm>
          <a:off x="0" y="2659"/>
          <a:ext cx="10515600" cy="124348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D6A7F4-19A4-486B-B254-5486B31B7CA2}">
      <dsp:nvSpPr>
        <dsp:cNvPr id="0" name=""/>
        <dsp:cNvSpPr/>
      </dsp:nvSpPr>
      <dsp:spPr>
        <a:xfrm>
          <a:off x="376154" y="282443"/>
          <a:ext cx="683918" cy="68391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C5A918-A1AF-451C-B807-BABB09B52418}">
      <dsp:nvSpPr>
        <dsp:cNvPr id="0" name=""/>
        <dsp:cNvSpPr/>
      </dsp:nvSpPr>
      <dsp:spPr>
        <a:xfrm>
          <a:off x="1436227" y="2659"/>
          <a:ext cx="4732020" cy="12434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602" tIns="131602" rIns="131602" bIns="131602" numCol="1" spcCol="1270" anchor="ctr" anchorCtr="0">
          <a:noAutofit/>
        </a:bodyPr>
        <a:lstStyle/>
        <a:p>
          <a:pPr marL="0" lvl="0" indent="0" algn="l" defTabSz="8890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b="0" kern="1200"/>
            <a:t>↪︎ </a:t>
          </a:r>
          <a:r>
            <a:rPr lang="pt-BR" sz="2000" b="1" kern="1200"/>
            <a:t>Limitações dos </a:t>
          </a:r>
          <a:r>
            <a:rPr lang="pt-BR" sz="2000" b="1" i="1" kern="1200"/>
            <a:t>Locks </a:t>
          </a:r>
          <a:r>
            <a:rPr lang="pt-BR" sz="2000" b="0" kern="1200"/>
            <a:t>➡︎</a:t>
          </a:r>
          <a:r>
            <a:rPr lang="pt-BR" sz="2000" kern="1200">
              <a:latin typeface="Aptos Display" panose="02110004020202020204"/>
            </a:rPr>
            <a:t> Apesar</a:t>
          </a:r>
          <a:r>
            <a:rPr lang="pt-BR" sz="2000" kern="1200"/>
            <a:t> de intuitivos, podem introduzir gargalos de performance e problemas críticos.</a:t>
          </a:r>
          <a:endParaRPr lang="en-US" sz="2000" kern="1200"/>
        </a:p>
      </dsp:txBody>
      <dsp:txXfrm>
        <a:off x="1436227" y="2659"/>
        <a:ext cx="4732020" cy="1243487"/>
      </dsp:txXfrm>
    </dsp:sp>
    <dsp:sp modelId="{7D51E203-4C42-44B7-A7D0-B9560AAF632C}">
      <dsp:nvSpPr>
        <dsp:cNvPr id="0" name=""/>
        <dsp:cNvSpPr/>
      </dsp:nvSpPr>
      <dsp:spPr>
        <a:xfrm>
          <a:off x="6168247" y="2659"/>
          <a:ext cx="4345948" cy="12434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602" tIns="131602" rIns="131602" bIns="131602" numCol="1" spcCol="1270" anchor="ctr" anchorCtr="0">
          <a:noAutofit/>
        </a:bodyPr>
        <a:lstStyle/>
        <a:p>
          <a:pPr marL="0" lvl="0" indent="0" algn="l" defTabSz="5334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>
              <a:latin typeface="Aptos Display" panose="02110004020202020204"/>
            </a:rPr>
            <a:t>⚠︎</a:t>
          </a:r>
          <a:r>
            <a:rPr lang="pt-BR" sz="1200" kern="1200"/>
            <a:t> Estima-se que 30% dos bugs em programação paralela sejam </a:t>
          </a:r>
          <a:r>
            <a:rPr lang="pt-BR" sz="1200" b="1" i="1" kern="1200"/>
            <a:t>deadlocks</a:t>
          </a:r>
          <a:r>
            <a:rPr lang="pt-BR" sz="1200" kern="1200"/>
            <a:t>.</a:t>
          </a:r>
          <a:endParaRPr lang="en-US" sz="1200" kern="1200"/>
        </a:p>
        <a:p>
          <a:pPr marL="0" lvl="0" indent="0" algn="l" defTabSz="5334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0" kern="1200">
              <a:latin typeface="Aptos Display" panose="02110004020202020204"/>
            </a:rPr>
            <a:t>⚠︎ </a:t>
          </a:r>
          <a:r>
            <a:rPr lang="pt-BR" sz="1200" b="1" kern="1200"/>
            <a:t>Inversão de Prioridade</a:t>
          </a:r>
          <a:r>
            <a:rPr lang="pt-BR" sz="1200" kern="1200"/>
            <a:t> e </a:t>
          </a:r>
          <a:r>
            <a:rPr lang="pt-BR" sz="1200" b="1" i="1" kern="1200" err="1"/>
            <a:t>Race</a:t>
          </a:r>
          <a:r>
            <a:rPr lang="pt-BR" sz="1200" b="1" i="1" kern="1200"/>
            <a:t> </a:t>
          </a:r>
          <a:r>
            <a:rPr lang="pt-BR" sz="1200" b="1" i="1" kern="1200" err="1"/>
            <a:t>Conditions</a:t>
          </a:r>
          <a:r>
            <a:rPr lang="pt-BR" sz="1200" kern="1200"/>
            <a:t> também são problemas comuns que dificultam a deteção e correção de erros em grandes sistemas.</a:t>
          </a:r>
          <a:endParaRPr lang="en-US" sz="1200" kern="1200"/>
        </a:p>
      </dsp:txBody>
      <dsp:txXfrm>
        <a:off x="6168247" y="2659"/>
        <a:ext cx="4345948" cy="1243487"/>
      </dsp:txXfrm>
    </dsp:sp>
    <dsp:sp modelId="{5D99437C-CA43-4279-AA2C-F59F06F5B823}">
      <dsp:nvSpPr>
        <dsp:cNvPr id="0" name=""/>
        <dsp:cNvSpPr/>
      </dsp:nvSpPr>
      <dsp:spPr>
        <a:xfrm>
          <a:off x="0" y="1557018"/>
          <a:ext cx="10515600" cy="124348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DA1A41-B005-49E3-9120-1054020876DA}">
      <dsp:nvSpPr>
        <dsp:cNvPr id="0" name=""/>
        <dsp:cNvSpPr/>
      </dsp:nvSpPr>
      <dsp:spPr>
        <a:xfrm>
          <a:off x="376154" y="1836802"/>
          <a:ext cx="683918" cy="68391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7139A4-4F21-44D2-BC5F-89F199FB0A35}">
      <dsp:nvSpPr>
        <dsp:cNvPr id="0" name=""/>
        <dsp:cNvSpPr/>
      </dsp:nvSpPr>
      <dsp:spPr>
        <a:xfrm>
          <a:off x="1436227" y="1557018"/>
          <a:ext cx="9077968" cy="12434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602" tIns="131602" rIns="131602" bIns="131602" numCol="1" spcCol="1270" anchor="ctr" anchorCtr="0">
          <a:noAutofit/>
        </a:bodyPr>
        <a:lstStyle/>
        <a:p>
          <a:pPr marL="0" lvl="0" indent="0" algn="l" defTabSz="8890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b="0" kern="1200"/>
            <a:t>↪︎ </a:t>
          </a:r>
          <a:r>
            <a:rPr lang="pt-BR" sz="2000" b="1" kern="1200"/>
            <a:t>Limitações do </a:t>
          </a:r>
          <a:r>
            <a:rPr lang="pt-BR" sz="2000" b="1" i="1" kern="1200"/>
            <a:t>Lock-Free</a:t>
          </a:r>
          <a:r>
            <a:rPr lang="pt-BR" sz="2000" b="1" i="1" kern="1200">
              <a:latin typeface="Aptos Display" panose="02110004020202020204"/>
            </a:rPr>
            <a:t> </a:t>
          </a:r>
          <a:r>
            <a:rPr lang="pt-BR" sz="2000" kern="1200"/>
            <a:t>➡︎</a:t>
          </a:r>
          <a:r>
            <a:rPr lang="pt-BR" sz="2000" kern="1200">
              <a:latin typeface="Aptos Display" panose="02110004020202020204"/>
            </a:rPr>
            <a:t> Embora</a:t>
          </a:r>
          <a:r>
            <a:rPr lang="pt-BR" sz="2000" kern="1200"/>
            <a:t> eliminem o bloqueio explícito, são complexas de desenhar, validar e implementar corretamente.</a:t>
          </a:r>
          <a:endParaRPr lang="en-US" sz="2000" kern="1200"/>
        </a:p>
      </dsp:txBody>
      <dsp:txXfrm>
        <a:off x="1436227" y="1557018"/>
        <a:ext cx="9077968" cy="1243487"/>
      </dsp:txXfrm>
    </dsp:sp>
    <dsp:sp modelId="{07E3F4E8-2718-40DD-B4BC-14FD06680FF0}">
      <dsp:nvSpPr>
        <dsp:cNvPr id="0" name=""/>
        <dsp:cNvSpPr/>
      </dsp:nvSpPr>
      <dsp:spPr>
        <a:xfrm>
          <a:off x="0" y="3111377"/>
          <a:ext cx="10515600" cy="1243487"/>
        </a:xfrm>
        <a:prstGeom prst="roundRect">
          <a:avLst>
            <a:gd name="adj" fmla="val 10000"/>
          </a:avLst>
        </a:prstGeom>
        <a:solidFill>
          <a:schemeClr val="accent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93C902-FF46-4DFC-9BB9-B671BB92018C}">
      <dsp:nvSpPr>
        <dsp:cNvPr id="0" name=""/>
        <dsp:cNvSpPr/>
      </dsp:nvSpPr>
      <dsp:spPr>
        <a:xfrm>
          <a:off x="376154" y="3391162"/>
          <a:ext cx="683918" cy="68391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E80435-F7ED-4172-B9C3-35D023012D1C}">
      <dsp:nvSpPr>
        <dsp:cNvPr id="0" name=""/>
        <dsp:cNvSpPr/>
      </dsp:nvSpPr>
      <dsp:spPr>
        <a:xfrm>
          <a:off x="1436227" y="3111377"/>
          <a:ext cx="9077968" cy="12434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602" tIns="131602" rIns="131602" bIns="131602" numCol="1" spcCol="1270" anchor="ctr" anchorCtr="0">
          <a:noAutofit/>
        </a:bodyPr>
        <a:lstStyle/>
        <a:p>
          <a:pPr marL="0" lvl="0" indent="0" algn="l" defTabSz="8890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b="0" kern="1200"/>
            <a:t>↪︎ </a:t>
          </a:r>
          <a:r>
            <a:rPr lang="pt-BR" sz="2000" b="1" kern="1200"/>
            <a:t>Questão de investigação </a:t>
          </a:r>
          <a:r>
            <a:rPr lang="pt-BR" sz="2000" kern="1200"/>
            <a:t>➡︎</a:t>
          </a:r>
          <a:r>
            <a:rPr lang="pt-BR" sz="2000" kern="1200">
              <a:latin typeface="Aptos Display" panose="02110004020202020204"/>
            </a:rPr>
            <a:t> Determinar</a:t>
          </a:r>
          <a:r>
            <a:rPr lang="pt-BR" sz="2000" kern="1200"/>
            <a:t> se estruturas </a:t>
          </a:r>
          <a:r>
            <a:rPr lang="pt-BR" sz="2000" i="1" kern="1200"/>
            <a:t>lock-free</a:t>
          </a:r>
          <a:r>
            <a:rPr lang="pt-BR" sz="2000" kern="1200"/>
            <a:t> são realmente mais rápidas e escaláveis que as baseadas em </a:t>
          </a:r>
          <a:r>
            <a:rPr lang="pt-BR" sz="2000" i="1" kern="1200"/>
            <a:t>locks</a:t>
          </a:r>
          <a:r>
            <a:rPr lang="pt-BR" sz="2000" kern="1200"/>
            <a:t> em cenários de alta competitividade.</a:t>
          </a:r>
          <a:endParaRPr lang="en-US" sz="2000" kern="1200"/>
        </a:p>
      </dsp:txBody>
      <dsp:txXfrm>
        <a:off x="1436227" y="3111377"/>
        <a:ext cx="9077968" cy="124348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FFC5EF-3CBE-4B1B-8012-C27ABEDBF06A}">
      <dsp:nvSpPr>
        <dsp:cNvPr id="0" name=""/>
        <dsp:cNvSpPr/>
      </dsp:nvSpPr>
      <dsp:spPr>
        <a:xfrm>
          <a:off x="0" y="327701"/>
          <a:ext cx="1106805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9004" tIns="229108" rIns="859004" bIns="78232" numCol="1" spcCol="1270" anchor="t" anchorCtr="0">
          <a:noAutofit/>
        </a:bodyPr>
        <a:lstStyle/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100" kern="1200">
              <a:latin typeface="Aptos Display" panose="02110004020202020204"/>
            </a:rPr>
            <a:t> PAIVA-DESKTOP</a:t>
          </a:r>
          <a:r>
            <a:rPr lang="pt-BR" sz="1100" kern="1200"/>
            <a:t>: Windows 11 (AMD Ryzen 7 7700, 32GB RAM DDR5)</a:t>
          </a:r>
          <a:endParaRPr lang="en-US" sz="1100" kern="1200">
            <a:latin typeface="Aptos Display" panose="02110004020202020204"/>
          </a:endParaRPr>
        </a:p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100" kern="1200">
              <a:latin typeface="Aptos Display" panose="02110004020202020204"/>
            </a:rPr>
            <a:t> FELIPE-LAPTOP</a:t>
          </a:r>
          <a:r>
            <a:rPr lang="pt-BR" sz="1100" kern="1200"/>
            <a:t>: Windows 11 (AMD Ryzen 7 5700U, 12GB RAM DDR4)</a:t>
          </a:r>
          <a:endParaRPr lang="en-US" sz="1100" kern="1200">
            <a:latin typeface="Aptos Display" panose="02110004020202020204"/>
          </a:endParaRPr>
        </a:p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100" kern="1200">
              <a:latin typeface="Aptos Display" panose="02110004020202020204"/>
            </a:rPr>
            <a:t> </a:t>
          </a:r>
          <a:r>
            <a:rPr lang="pt-BR" sz="1100" kern="1200"/>
            <a:t>PAIVA-LAPTOP: Windows 10 (AMD Ryzen 7 5800H, 16GB RAM DDR4)</a:t>
          </a:r>
          <a:endParaRPr lang="en-US" sz="1100" kern="1200"/>
        </a:p>
      </dsp:txBody>
      <dsp:txXfrm>
        <a:off x="0" y="327701"/>
        <a:ext cx="11068050" cy="831600"/>
      </dsp:txXfrm>
    </dsp:sp>
    <dsp:sp modelId="{B065B677-43DA-47D2-A353-1A8419FFAB5D}">
      <dsp:nvSpPr>
        <dsp:cNvPr id="0" name=""/>
        <dsp:cNvSpPr/>
      </dsp:nvSpPr>
      <dsp:spPr>
        <a:xfrm>
          <a:off x="553402" y="165341"/>
          <a:ext cx="7747635" cy="32472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92842" tIns="0" rIns="292842" bIns="0" numCol="1" spcCol="1270" anchor="ctr" anchorCtr="0">
          <a:noAutofit/>
        </a:bodyPr>
        <a:lstStyle/>
        <a:p>
          <a:pPr marL="0" lvl="0" indent="0" algn="l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>
              <a:latin typeface="Aptos Display" panose="02110004020202020204"/>
            </a:rPr>
            <a:t> </a:t>
          </a:r>
          <a:r>
            <a:rPr lang="pt-BR" sz="1100" kern="1200"/>
            <a:t>⌨︎ </a:t>
          </a:r>
          <a:r>
            <a:rPr lang="pt-BR" sz="1100" kern="1200">
              <a:latin typeface="Aptos Display" panose="02110004020202020204"/>
            </a:rPr>
            <a:t>Hardwares: </a:t>
          </a:r>
          <a:endParaRPr lang="en-US" sz="1100" kern="1200">
            <a:latin typeface="Aptos Display" panose="02110004020202020204"/>
          </a:endParaRPr>
        </a:p>
      </dsp:txBody>
      <dsp:txXfrm>
        <a:off x="569254" y="181193"/>
        <a:ext cx="7715931" cy="293016"/>
      </dsp:txXfrm>
    </dsp:sp>
    <dsp:sp modelId="{38760445-F0A2-4A40-972C-94E8F6FC97E0}">
      <dsp:nvSpPr>
        <dsp:cNvPr id="0" name=""/>
        <dsp:cNvSpPr/>
      </dsp:nvSpPr>
      <dsp:spPr>
        <a:xfrm>
          <a:off x="0" y="1381061"/>
          <a:ext cx="11068050" cy="1732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9004" tIns="229108" rIns="859004" bIns="78232" numCol="1" spcCol="1270" anchor="t" anchorCtr="0">
          <a:noAutofit/>
        </a:bodyPr>
        <a:lstStyle/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100" kern="1200">
              <a:latin typeface="Aptos Display" panose="02110004020202020204"/>
            </a:rPr>
            <a:t> Pandas</a:t>
          </a:r>
          <a:r>
            <a:rPr lang="pt-BR" sz="1100" kern="1200"/>
            <a:t> (dataframe)</a:t>
          </a:r>
          <a:endParaRPr lang="en-US" sz="1100" kern="1200"/>
        </a:p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100" kern="1200">
              <a:latin typeface="Aptos Display" panose="02110004020202020204"/>
            </a:rPr>
            <a:t> </a:t>
          </a:r>
          <a:r>
            <a:rPr lang="pt-BR" sz="1100" kern="1200"/>
            <a:t>Matplotlib (pyplot)</a:t>
          </a:r>
          <a:endParaRPr lang="en-US" sz="1100" kern="1200"/>
        </a:p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100" kern="1200">
              <a:latin typeface="Aptos Display" panose="02110004020202020204"/>
            </a:rPr>
            <a:t> </a:t>
          </a:r>
          <a:r>
            <a:rPr lang="pt-BR" sz="1100" kern="1200"/>
            <a:t>Threading (Thread, current_thread, Lock, Semaphore)</a:t>
          </a:r>
          <a:endParaRPr lang="en-US" sz="1100" kern="1200"/>
        </a:p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100" kern="1200">
              <a:latin typeface="Aptos Display" panose="02110004020202020204"/>
            </a:rPr>
            <a:t> </a:t>
          </a:r>
          <a:r>
            <a:rPr lang="pt-BR" sz="1100" kern="1200"/>
            <a:t>Multiprocessing (freeze_support, cpu_count, current_process)</a:t>
          </a:r>
          <a:endParaRPr lang="en-US" sz="1100" kern="1200"/>
        </a:p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100" kern="1200">
              <a:latin typeface="Aptos Display" panose="02110004020202020204"/>
            </a:rPr>
            <a:t> </a:t>
          </a:r>
          <a:r>
            <a:rPr lang="pt-BR" sz="1100" kern="1200"/>
            <a:t>Queue (queue, empty)</a:t>
          </a:r>
          <a:endParaRPr lang="en-US" sz="1100" kern="1200"/>
        </a:p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100" kern="1200">
              <a:latin typeface="Aptos Display" panose="02110004020202020204"/>
            </a:rPr>
            <a:t> </a:t>
          </a:r>
          <a:r>
            <a:rPr lang="pt-BR" sz="1100" kern="1200"/>
            <a:t>Concurrent.futures (ThreadPoolExecutor, ProcessPoolExecutor)</a:t>
          </a:r>
          <a:endParaRPr lang="en-US" sz="1100" kern="1200"/>
        </a:p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100" kern="1200">
              <a:latin typeface="Aptos Display" panose="02110004020202020204"/>
            </a:rPr>
            <a:t> </a:t>
          </a:r>
          <a:r>
            <a:rPr lang="pt-BR" sz="1100" kern="1200"/>
            <a:t>Numpy (mean, std, array, number, min, max)</a:t>
          </a:r>
          <a:endParaRPr lang="en-US" sz="1100" kern="1200"/>
        </a:p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100" kern="1200">
              <a:latin typeface="Aptos Display" panose="02110004020202020204"/>
            </a:rPr>
            <a:t> </a:t>
          </a:r>
          <a:r>
            <a:rPr lang="pt-BR" sz="1100" kern="1200"/>
            <a:t>Psutil (Process().memory info().rss)</a:t>
          </a:r>
          <a:endParaRPr lang="en-US" sz="1100" kern="1200"/>
        </a:p>
      </dsp:txBody>
      <dsp:txXfrm>
        <a:off x="0" y="1381061"/>
        <a:ext cx="11068050" cy="1732500"/>
      </dsp:txXfrm>
    </dsp:sp>
    <dsp:sp modelId="{A6A54981-7D50-438E-92C1-102FDB8F21C1}">
      <dsp:nvSpPr>
        <dsp:cNvPr id="0" name=""/>
        <dsp:cNvSpPr/>
      </dsp:nvSpPr>
      <dsp:spPr>
        <a:xfrm>
          <a:off x="553402" y="1218701"/>
          <a:ext cx="7747635" cy="324720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92842" tIns="0" rIns="292842" bIns="0" numCol="1" spcCol="1270" anchor="ctr" anchorCtr="0">
          <a:noAutofit/>
        </a:bodyPr>
        <a:lstStyle/>
        <a:p>
          <a:pPr marL="0" lvl="0" indent="0" algn="l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>
              <a:latin typeface="Aptos Display" panose="02110004020202020204"/>
            </a:rPr>
            <a:t> </a:t>
          </a:r>
          <a:r>
            <a:rPr lang="pt-BR" sz="1100" kern="1200"/>
            <a:t>✉︎ </a:t>
          </a:r>
          <a:r>
            <a:rPr lang="pt-BR" sz="1100" kern="1200">
              <a:latin typeface="Aptos Display" panose="02110004020202020204"/>
            </a:rPr>
            <a:t>Python Libraries Used</a:t>
          </a:r>
          <a:r>
            <a:rPr lang="pt-BR" sz="1100" kern="1200"/>
            <a:t>:</a:t>
          </a:r>
          <a:endParaRPr lang="en-US" sz="1100" kern="1200"/>
        </a:p>
      </dsp:txBody>
      <dsp:txXfrm>
        <a:off x="569254" y="1234553"/>
        <a:ext cx="7715931" cy="293016"/>
      </dsp:txXfrm>
    </dsp:sp>
    <dsp:sp modelId="{454B2BF1-1D78-4AAB-9920-99AD8F636690}">
      <dsp:nvSpPr>
        <dsp:cNvPr id="0" name=""/>
        <dsp:cNvSpPr/>
      </dsp:nvSpPr>
      <dsp:spPr>
        <a:xfrm>
          <a:off x="0" y="3335321"/>
          <a:ext cx="11068050" cy="1524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9004" tIns="229108" rIns="859004" bIns="78232" numCol="1" spcCol="1270" anchor="t" anchorCtr="0">
          <a:noAutofit/>
        </a:bodyPr>
        <a:lstStyle/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100" kern="1200">
              <a:latin typeface="Aptos Display" panose="02110004020202020204"/>
            </a:rPr>
            <a:t> </a:t>
          </a:r>
          <a:r>
            <a:rPr lang="pt-BR" sz="1100" kern="1200"/>
            <a:t>Threading</a:t>
          </a:r>
          <a:r>
            <a:rPr lang="pt-BR" sz="1100" kern="1200">
              <a:latin typeface="Aptos Display" panose="02110004020202020204"/>
            </a:rPr>
            <a:t> -</a:t>
          </a:r>
          <a:r>
            <a:rPr lang="pt-BR" sz="1100" kern="1200"/>
            <a:t> 5x</a:t>
          </a:r>
          <a:r>
            <a:rPr lang="pt-BR" sz="1100" kern="1200">
              <a:latin typeface="Aptos Display" panose="02110004020202020204"/>
            </a:rPr>
            <a:t> - </a:t>
          </a:r>
          <a:r>
            <a:rPr lang="pt-BR" sz="1100" kern="1200"/>
            <a:t>Scalable threading </a:t>
          </a:r>
          <a:r>
            <a:rPr lang="pt-BR" sz="1100" kern="1200">
              <a:latin typeface="Calibri"/>
              <a:ea typeface="Calibri"/>
              <a:cs typeface="Calibri"/>
            </a:rPr>
            <a:t>intensive calculation </a:t>
          </a:r>
          <a:r>
            <a:rPr lang="pt-BR" sz="1100" kern="1200">
              <a:latin typeface="Aptos Display" panose="02110004020202020204"/>
            </a:rPr>
            <a:t>tests</a:t>
          </a:r>
          <a:r>
            <a:rPr lang="pt-BR" sz="1100" kern="1200"/>
            <a:t> </a:t>
          </a:r>
          <a:r>
            <a:rPr lang="pt-BR" sz="1100" kern="1200">
              <a:latin typeface="Calibri"/>
              <a:ea typeface="Calibri"/>
              <a:cs typeface="Calibri"/>
            </a:rPr>
            <a:t>(summing from 1 to a large random number),</a:t>
          </a:r>
          <a:r>
            <a:rPr lang="pt-BR" sz="1100" kern="1200"/>
            <a:t> using different numbers of threads</a:t>
          </a:r>
        </a:p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100" kern="1200">
              <a:latin typeface="Aptos Display" panose="02110004020202020204"/>
            </a:rPr>
            <a:t> </a:t>
          </a:r>
          <a:r>
            <a:rPr lang="pt-BR" sz="1100" kern="1200"/>
            <a:t>Multiprocessing</a:t>
          </a:r>
          <a:r>
            <a:rPr lang="pt-BR" sz="1100" kern="1200">
              <a:latin typeface="Aptos Display" panose="02110004020202020204"/>
            </a:rPr>
            <a:t> -</a:t>
          </a:r>
          <a:r>
            <a:rPr lang="pt-BR" sz="1100" kern="1200"/>
            <a:t> 5x</a:t>
          </a:r>
          <a:r>
            <a:rPr lang="pt-BR" sz="1100" kern="1200">
              <a:latin typeface="Aptos Display" panose="02110004020202020204"/>
            </a:rPr>
            <a:t> - </a:t>
          </a:r>
          <a:r>
            <a:rPr lang="pt-BR" sz="1100" kern="1200"/>
            <a:t>CPU-bound tests</a:t>
          </a:r>
          <a:r>
            <a:rPr lang="pt-BR" sz="1100" kern="1200">
              <a:latin typeface="Aptos Display" panose="02110004020202020204"/>
            </a:rPr>
            <a:t>, multiple processes</a:t>
          </a:r>
          <a:r>
            <a:rPr lang="pt-BR" sz="1100" kern="1200"/>
            <a:t>,</a:t>
          </a:r>
          <a:r>
            <a:rPr lang="pt-BR" sz="1100" kern="1200">
              <a:latin typeface="Aptos Display" panose="02110004020202020204"/>
            </a:rPr>
            <a:t> </a:t>
          </a:r>
          <a:r>
            <a:rPr lang="pt-BR" sz="1100" kern="1200"/>
            <a:t>intensive </a:t>
          </a:r>
          <a:r>
            <a:rPr lang="pt-BR" sz="1100" kern="1200">
              <a:latin typeface="Aptos Display" panose="02110004020202020204"/>
            </a:rPr>
            <a:t>calculation </a:t>
          </a:r>
          <a:r>
            <a:rPr lang="pt-BR" sz="1100" kern="1200"/>
            <a:t>(summing </a:t>
          </a:r>
          <a:r>
            <a:rPr lang="pt-BR" sz="1100" kern="1200">
              <a:latin typeface="Aptos Display" panose="02110004020202020204"/>
            </a:rPr>
            <a:t>from 1 to a large random number) by </a:t>
          </a:r>
          <a:r>
            <a:rPr lang="pt-BR" sz="1100" kern="1200">
              <a:latin typeface="Calibri"/>
              <a:ea typeface="Calibri"/>
              <a:cs typeface="Calibri"/>
            </a:rPr>
            <a:t>each process</a:t>
          </a:r>
          <a:r>
            <a:rPr lang="pt-BR" sz="1100" kern="1200">
              <a:latin typeface="Aptos Display" panose="02110004020202020204"/>
            </a:rPr>
            <a:t>,</a:t>
          </a:r>
          <a:r>
            <a:rPr lang="pt-BR" sz="1100" kern="1200"/>
            <a:t> </a:t>
          </a:r>
          <a:r>
            <a:rPr lang="pt-BR" sz="1100" kern="1200">
              <a:latin typeface="Aptos Display" panose="02110004020202020204"/>
            </a:rPr>
            <a:t>exploiting multiple CPU </a:t>
          </a:r>
          <a:r>
            <a:rPr lang="pt-BR" sz="1100" kern="1200"/>
            <a:t>cores</a:t>
          </a:r>
          <a:endParaRPr lang="en-US" sz="1100" kern="1200"/>
        </a:p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100" kern="1200">
              <a:latin typeface="Aptos Display" panose="02110004020202020204"/>
            </a:rPr>
            <a:t> </a:t>
          </a:r>
          <a:r>
            <a:rPr lang="pt-BR" sz="1100" kern="1200"/>
            <a:t>Queue</a:t>
          </a:r>
          <a:r>
            <a:rPr lang="pt-BR" sz="1100" kern="1200">
              <a:latin typeface="Aptos Display" panose="02110004020202020204"/>
            </a:rPr>
            <a:t> -</a:t>
          </a:r>
          <a:r>
            <a:rPr lang="pt-BR" sz="1100" kern="1200"/>
            <a:t> 3x</a:t>
          </a:r>
          <a:r>
            <a:rPr lang="pt-BR" sz="1100" kern="1200">
              <a:latin typeface="Aptos Display" panose="02110004020202020204"/>
            </a:rPr>
            <a:t> - </a:t>
          </a:r>
          <a:r>
            <a:rPr lang="pt-BR" sz="1100" kern="1200"/>
            <a:t>Comparative tests of threaded and multiprocessing queue systems, including producer-consumer, workflows, and CPU-intensive tasks</a:t>
          </a:r>
          <a:endParaRPr lang="en-US" sz="1100" kern="1200"/>
        </a:p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100" kern="1200">
              <a:latin typeface="Aptos Display" panose="02110004020202020204"/>
            </a:rPr>
            <a:t> </a:t>
          </a:r>
          <a:r>
            <a:rPr lang="pt-BR" sz="1100" kern="1200"/>
            <a:t>Locks</a:t>
          </a:r>
          <a:r>
            <a:rPr lang="pt-BR" sz="1100" kern="1200">
              <a:latin typeface="Aptos Display" panose="02110004020202020204"/>
            </a:rPr>
            <a:t> -</a:t>
          </a:r>
          <a:r>
            <a:rPr lang="pt-BR" sz="1100" kern="1200"/>
            <a:t> 3x</a:t>
          </a:r>
          <a:r>
            <a:rPr lang="pt-BR" sz="1100" kern="1200">
              <a:latin typeface="Aptos Display" panose="02110004020202020204"/>
            </a:rPr>
            <a:t> - </a:t>
          </a:r>
          <a:r>
            <a:rPr lang="pt-BR" sz="1100" kern="1200"/>
            <a:t>Thread and multiprocess synchronization tests, including race conditions, locks, semaphores, condition variables, and multiprocessing</a:t>
          </a:r>
          <a:endParaRPr lang="en-US" sz="1100" kern="1200"/>
        </a:p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100" kern="1200">
              <a:latin typeface="Aptos Display" panose="02110004020202020204"/>
            </a:rPr>
            <a:t> </a:t>
          </a:r>
          <a:r>
            <a:rPr lang="pt-BR" sz="1100" kern="1200"/>
            <a:t>ThreadPool</a:t>
          </a:r>
          <a:r>
            <a:rPr lang="pt-BR" sz="1100" kern="1200">
              <a:latin typeface="Aptos Display" panose="02110004020202020204"/>
            </a:rPr>
            <a:t> -</a:t>
          </a:r>
          <a:r>
            <a:rPr lang="pt-BR" sz="1100" kern="1200"/>
            <a:t> 3x</a:t>
          </a:r>
          <a:r>
            <a:rPr lang="pt-BR" sz="1100" kern="1200">
              <a:latin typeface="Aptos Display" panose="02110004020202020204"/>
            </a:rPr>
            <a:t> - </a:t>
          </a:r>
          <a:r>
            <a:rPr lang="pt-BR" sz="1100" kern="1200"/>
            <a:t>Comparative tests of ThreadPoolExecutor with multiple executions of simple and I/O-bound tasks</a:t>
          </a:r>
          <a:endParaRPr lang="en-US" sz="1100" kern="1200"/>
        </a:p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100" kern="1200">
              <a:latin typeface="Aptos Display" panose="02110004020202020204"/>
            </a:rPr>
            <a:t> </a:t>
          </a:r>
          <a:r>
            <a:rPr lang="pt-BR" sz="1100" kern="1200"/>
            <a:t>ProcessPool</a:t>
          </a:r>
          <a:r>
            <a:rPr lang="pt-BR" sz="1100" kern="1200">
              <a:latin typeface="Aptos Display" panose="02110004020202020204"/>
            </a:rPr>
            <a:t> -</a:t>
          </a:r>
          <a:r>
            <a:rPr lang="pt-BR" sz="1100" kern="1200"/>
            <a:t> 3x</a:t>
          </a:r>
          <a:r>
            <a:rPr lang="pt-BR" sz="1100" kern="1200">
              <a:latin typeface="Aptos Display" panose="02110004020202020204"/>
            </a:rPr>
            <a:t> - </a:t>
          </a:r>
          <a:r>
            <a:rPr lang="pt-BR" sz="1100" kern="1200"/>
            <a:t>Comparative tests of ProcessPoolExecutor with CPU-intensive tasks, parallel processing, and distributed search</a:t>
          </a:r>
          <a:endParaRPr lang="en-US" sz="1100" kern="1200"/>
        </a:p>
      </dsp:txBody>
      <dsp:txXfrm>
        <a:off x="0" y="3335321"/>
        <a:ext cx="11068050" cy="1524600"/>
      </dsp:txXfrm>
    </dsp:sp>
    <dsp:sp modelId="{31A2692A-4888-43CE-BEF6-A88D6D671DE7}">
      <dsp:nvSpPr>
        <dsp:cNvPr id="0" name=""/>
        <dsp:cNvSpPr/>
      </dsp:nvSpPr>
      <dsp:spPr>
        <a:xfrm>
          <a:off x="553402" y="3172961"/>
          <a:ext cx="7747635" cy="32472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92842" tIns="0" rIns="292842" bIns="0" numCol="1" spcCol="1270" anchor="ctr" anchorCtr="0">
          <a:noAutofit/>
        </a:bodyPr>
        <a:lstStyle/>
        <a:p>
          <a:pPr marL="0" lvl="0" indent="0" algn="l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>
              <a:latin typeface="Aptos Display" panose="02110004020202020204"/>
            </a:rPr>
            <a:t> </a:t>
          </a:r>
          <a:r>
            <a:rPr lang="pt-BR" sz="1100" kern="1200"/>
            <a:t>♻︎ </a:t>
          </a:r>
          <a:r>
            <a:rPr lang="pt-BR" sz="1100" kern="1200">
              <a:latin typeface="Aptos Display" panose="02110004020202020204"/>
            </a:rPr>
            <a:t>Realized Tests</a:t>
          </a:r>
          <a:r>
            <a:rPr lang="pt-BR" sz="1100" kern="1200"/>
            <a:t>:</a:t>
          </a:r>
          <a:endParaRPr lang="en-US" sz="1100" kern="1200"/>
        </a:p>
      </dsp:txBody>
      <dsp:txXfrm>
        <a:off x="569254" y="3188813"/>
        <a:ext cx="7715931" cy="29301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61891C-87BD-4D6E-88AE-32A249B81094}">
      <dsp:nvSpPr>
        <dsp:cNvPr id="0" name=""/>
        <dsp:cNvSpPr/>
      </dsp:nvSpPr>
      <dsp:spPr>
        <a:xfrm>
          <a:off x="0" y="455388"/>
          <a:ext cx="10515600" cy="8751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1" i="1" kern="1200">
              <a:solidFill>
                <a:srgbClr val="FFFFFF"/>
              </a:solidFill>
              <a:latin typeface="Aptos"/>
              <a:ea typeface="+mn-ea"/>
              <a:cs typeface="+mn-cs"/>
            </a:rPr>
            <a:t> Hardware</a:t>
          </a:r>
          <a:r>
            <a:rPr lang="pt-BR" sz="2200" b="1" kern="1200">
              <a:solidFill>
                <a:srgbClr val="FFFFFF"/>
              </a:solidFill>
              <a:latin typeface="Aptos"/>
              <a:ea typeface="+mn-ea"/>
              <a:cs typeface="+mn-cs"/>
            </a:rPr>
            <a:t> vs. Integridade:</a:t>
          </a:r>
          <a:r>
            <a:rPr lang="pt-BR" sz="2200" kern="1200">
              <a:solidFill>
                <a:srgbClr val="FFFFFF"/>
              </a:solidFill>
              <a:latin typeface="Aptos"/>
              <a:ea typeface="+mn-ea"/>
              <a:cs typeface="+mn-cs"/>
            </a:rPr>
            <a:t> Mais potência de CPU (frequência ou núcleos) não resolve </a:t>
          </a:r>
          <a:r>
            <a:rPr lang="pt-BR" sz="2200" i="1" kern="1200">
              <a:solidFill>
                <a:srgbClr val="FFFFFF"/>
              </a:solidFill>
              <a:latin typeface="Aptos"/>
              <a:ea typeface="+mn-ea"/>
              <a:cs typeface="+mn-cs"/>
            </a:rPr>
            <a:t>race conditions</a:t>
          </a:r>
          <a:r>
            <a:rPr lang="pt-BR" sz="2200" kern="1200">
              <a:solidFill>
                <a:srgbClr val="FFFFFF"/>
              </a:solidFill>
              <a:latin typeface="Aptos"/>
              <a:ea typeface="+mn-ea"/>
              <a:cs typeface="+mn-cs"/>
            </a:rPr>
            <a:t>.</a:t>
          </a:r>
          <a:endParaRPr lang="en-US" sz="2200" kern="1200">
            <a:solidFill>
              <a:srgbClr val="FFFFFF"/>
            </a:solidFill>
            <a:latin typeface="Aptos"/>
            <a:ea typeface="+mn-ea"/>
            <a:cs typeface="+mn-cs"/>
          </a:endParaRPr>
        </a:p>
      </dsp:txBody>
      <dsp:txXfrm>
        <a:off x="42722" y="498110"/>
        <a:ext cx="10430156" cy="789716"/>
      </dsp:txXfrm>
    </dsp:sp>
    <dsp:sp modelId="{E8AEE082-9EC6-49E0-85FF-1B14CBDB0F49}">
      <dsp:nvSpPr>
        <dsp:cNvPr id="0" name=""/>
        <dsp:cNvSpPr/>
      </dsp:nvSpPr>
      <dsp:spPr>
        <a:xfrm>
          <a:off x="0" y="1393909"/>
          <a:ext cx="10515600" cy="875160"/>
        </a:xfrm>
        <a:prstGeom prst="roundRect">
          <a:avLst/>
        </a:prstGeom>
        <a:gradFill rotWithShape="0">
          <a:gsLst>
            <a:gs pos="0">
              <a:schemeClr val="accent5">
                <a:hueOff val="-4050717"/>
                <a:satOff val="-275"/>
                <a:lumOff val="65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050717"/>
                <a:satOff val="-275"/>
                <a:lumOff val="65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050717"/>
                <a:satOff val="-275"/>
                <a:lumOff val="65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1" kern="12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Superioridade do </a:t>
          </a:r>
          <a:r>
            <a:rPr lang="pt-BR" sz="2200" b="1" i="1" kern="12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Multiprocessing</a:t>
          </a:r>
          <a:r>
            <a:rPr lang="pt-BR" sz="2200" b="1" kern="12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:</a:t>
          </a:r>
          <a:r>
            <a:rPr lang="pt-BR" sz="2200" kern="12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Para tarefas </a:t>
          </a:r>
          <a:r>
            <a:rPr lang="pt-BR" sz="2200" i="1" kern="12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CPU-bound</a:t>
          </a:r>
          <a:r>
            <a:rPr lang="pt-BR" sz="2200" kern="12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, o modelo de multiprocessamento escalou melhor que  </a:t>
          </a:r>
          <a:r>
            <a:rPr lang="pt-BR" sz="2200" i="1" kern="12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Threading</a:t>
          </a:r>
          <a:r>
            <a:rPr lang="pt-BR" sz="2200" kern="12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, superando as limitações do GIL.</a:t>
          </a:r>
          <a:endParaRPr lang="en-US" sz="2200" kern="1200">
            <a:solidFill>
              <a:srgbClr val="FFFFFF"/>
            </a:solidFill>
            <a:latin typeface="Aptos" panose="02110004020202020204"/>
            <a:ea typeface="+mn-ea"/>
            <a:cs typeface="+mn-cs"/>
          </a:endParaRPr>
        </a:p>
      </dsp:txBody>
      <dsp:txXfrm>
        <a:off x="42722" y="1436631"/>
        <a:ext cx="10430156" cy="789716"/>
      </dsp:txXfrm>
    </dsp:sp>
    <dsp:sp modelId="{6617A9CD-1B0D-4C91-9B8E-244BBB504C17}">
      <dsp:nvSpPr>
        <dsp:cNvPr id="0" name=""/>
        <dsp:cNvSpPr/>
      </dsp:nvSpPr>
      <dsp:spPr>
        <a:xfrm>
          <a:off x="0" y="2332429"/>
          <a:ext cx="10515600" cy="875160"/>
        </a:xfrm>
        <a:prstGeom prst="roundRect">
          <a:avLst/>
        </a:prstGeom>
        <a:gradFill rotWithShape="0">
          <a:gsLst>
            <a:gs pos="0">
              <a:schemeClr val="accent5">
                <a:hueOff val="-8101434"/>
                <a:satOff val="-551"/>
                <a:lumOff val="13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101434"/>
                <a:satOff val="-551"/>
                <a:lumOff val="13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101434"/>
                <a:satOff val="-551"/>
                <a:lumOff val="13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1" kern="12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Eficiência de recursos:</a:t>
          </a:r>
          <a:r>
            <a:rPr lang="pt-BR" sz="2200" kern="12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 Uso de </a:t>
          </a:r>
          <a:r>
            <a:rPr lang="pt-BR" sz="2200" i="1" kern="12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Pools</a:t>
          </a:r>
          <a:r>
            <a:rPr lang="pt-BR" sz="2200" kern="12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foi a abordagem mais estável, mantendo um consumo de memória entre 90~98 MB.</a:t>
          </a:r>
          <a:endParaRPr lang="en-US" sz="2200" kern="1200">
            <a:solidFill>
              <a:srgbClr val="FFFFFF"/>
            </a:solidFill>
            <a:latin typeface="Aptos" panose="02110004020202020204"/>
            <a:ea typeface="+mn-ea"/>
            <a:cs typeface="+mn-cs"/>
          </a:endParaRPr>
        </a:p>
      </dsp:txBody>
      <dsp:txXfrm>
        <a:off x="42722" y="2375151"/>
        <a:ext cx="10430156" cy="789716"/>
      </dsp:txXfrm>
    </dsp:sp>
    <dsp:sp modelId="{95FE2B20-3E36-405C-9303-8110DFE0D7A8}">
      <dsp:nvSpPr>
        <dsp:cNvPr id="0" name=""/>
        <dsp:cNvSpPr/>
      </dsp:nvSpPr>
      <dsp:spPr>
        <a:xfrm>
          <a:off x="0" y="3270949"/>
          <a:ext cx="10515600" cy="87516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200" b="1" kern="12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Limitações Python:</a:t>
          </a:r>
          <a:r>
            <a:rPr lang="pt-BR" sz="2200" kern="12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Estruturas puramente </a:t>
          </a:r>
          <a:r>
            <a:rPr lang="pt-BR" sz="2200" i="1" kern="12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lock-free</a:t>
          </a:r>
          <a:r>
            <a:rPr lang="pt-BR" sz="2200" kern="12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são limitadas ao nível do interpretador pois ele atua como um mecanismo mestre baseado em </a:t>
          </a:r>
          <a:r>
            <a:rPr lang="pt-BR" sz="2200" i="1" kern="12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locks</a:t>
          </a:r>
          <a:r>
            <a:rPr lang="pt-BR" sz="2200" kern="12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.</a:t>
          </a:r>
          <a:endParaRPr lang="en-US" sz="2200" kern="1200">
            <a:solidFill>
              <a:srgbClr val="FFFFFF"/>
            </a:solidFill>
            <a:latin typeface="Aptos" panose="02110004020202020204"/>
            <a:ea typeface="+mn-ea"/>
            <a:cs typeface="+mn-cs"/>
          </a:endParaRPr>
        </a:p>
      </dsp:txBody>
      <dsp:txXfrm>
        <a:off x="42722" y="3313671"/>
        <a:ext cx="10430156" cy="78971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13E8E5-1AC7-4D2F-B3A5-EB4CCA26FBAC}">
      <dsp:nvSpPr>
        <dsp:cNvPr id="0" name=""/>
        <dsp:cNvSpPr/>
      </dsp:nvSpPr>
      <dsp:spPr>
        <a:xfrm>
          <a:off x="0" y="611919"/>
          <a:ext cx="10515600" cy="9945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500" b="1" kern="12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Exploração do Python 3.12+:</a:t>
          </a:r>
          <a:r>
            <a:rPr lang="pt-BR" sz="2500" kern="12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Investigar se o “</a:t>
          </a:r>
          <a:r>
            <a:rPr lang="pt-BR" sz="2500" i="1" kern="12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Per-Interpreter GIL</a:t>
          </a:r>
          <a:r>
            <a:rPr lang="pt-BR" sz="2500" kern="12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” consegue reduzir a diferença de desempenho entre threads e processos.</a:t>
          </a:r>
          <a:endParaRPr lang="en-US" sz="2500" kern="1200">
            <a:solidFill>
              <a:srgbClr val="FFFFFF"/>
            </a:solidFill>
            <a:latin typeface="Aptos" panose="02110004020202020204"/>
            <a:ea typeface="+mn-ea"/>
            <a:cs typeface="+mn-cs"/>
          </a:endParaRPr>
        </a:p>
      </dsp:txBody>
      <dsp:txXfrm>
        <a:off x="48547" y="660466"/>
        <a:ext cx="10418506" cy="897406"/>
      </dsp:txXfrm>
    </dsp:sp>
    <dsp:sp modelId="{0054F518-B4B1-4CE8-9BFC-80300206784C}">
      <dsp:nvSpPr>
        <dsp:cNvPr id="0" name=""/>
        <dsp:cNvSpPr/>
      </dsp:nvSpPr>
      <dsp:spPr>
        <a:xfrm>
          <a:off x="0" y="1678419"/>
          <a:ext cx="10515600" cy="994500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500" b="1" kern="1200">
              <a:solidFill>
                <a:srgbClr val="FFFFFF"/>
              </a:solidFill>
              <a:latin typeface="Aptos"/>
              <a:ea typeface="+mn-ea"/>
              <a:cs typeface="+mn-cs"/>
            </a:rPr>
            <a:t> Computação distribuída:</a:t>
          </a:r>
          <a:r>
            <a:rPr lang="pt-BR" sz="2500" kern="1200">
              <a:solidFill>
                <a:srgbClr val="FFFFFF"/>
              </a:solidFill>
              <a:latin typeface="Aptos"/>
              <a:ea typeface="+mn-ea"/>
              <a:cs typeface="+mn-cs"/>
            </a:rPr>
            <a:t> Expandir os testes para sistemas distribuídos.</a:t>
          </a:r>
          <a:endParaRPr lang="en-US" sz="2500" kern="1200">
            <a:solidFill>
              <a:srgbClr val="FFFFFF"/>
            </a:solidFill>
            <a:latin typeface="Aptos" panose="02110004020202020204"/>
            <a:ea typeface="+mn-ea"/>
            <a:cs typeface="+mn-cs"/>
          </a:endParaRPr>
        </a:p>
      </dsp:txBody>
      <dsp:txXfrm>
        <a:off x="48547" y="1726966"/>
        <a:ext cx="10418506" cy="897406"/>
      </dsp:txXfrm>
    </dsp:sp>
    <dsp:sp modelId="{F87A8622-50EC-4DF5-BA8D-154036539EF2}">
      <dsp:nvSpPr>
        <dsp:cNvPr id="0" name=""/>
        <dsp:cNvSpPr/>
      </dsp:nvSpPr>
      <dsp:spPr>
        <a:xfrm>
          <a:off x="0" y="2744919"/>
          <a:ext cx="10515600" cy="99450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500" b="1" kern="12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Programação assíncrona:</a:t>
          </a:r>
          <a:r>
            <a:rPr lang="pt-BR" sz="2500" kern="12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Integrar bibliotecas para comparar o </a:t>
          </a:r>
          <a:r>
            <a:rPr lang="pt-BR" sz="2500" i="1" kern="12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multitasking</a:t>
          </a:r>
          <a:r>
            <a:rPr lang="pt-BR" sz="2500" kern="1200">
              <a:solidFill>
                <a:srgbClr val="FFFFFF"/>
              </a:solidFill>
              <a:latin typeface="Aptos" panose="02110004020202020204"/>
              <a:ea typeface="+mn-ea"/>
              <a:cs typeface="+mn-cs"/>
            </a:rPr>
            <a:t> cooperativo com os modelos preemptivos analisados.</a:t>
          </a:r>
          <a:endParaRPr lang="en-US" sz="2500" kern="1200">
            <a:solidFill>
              <a:srgbClr val="FFFFFF"/>
            </a:solidFill>
            <a:latin typeface="Aptos" panose="02110004020202020204"/>
            <a:ea typeface="+mn-ea"/>
            <a:cs typeface="+mn-cs"/>
          </a:endParaRPr>
        </a:p>
      </dsp:txBody>
      <dsp:txXfrm>
        <a:off x="48547" y="2793466"/>
        <a:ext cx="10418506" cy="8974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EF2253-A772-4790-8A55-67C6646EF0D7}" type="datetimeFigureOut">
              <a:rPr lang="pt-BR" smtClean="0"/>
              <a:t>18/01/2026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EBC32-38C6-4BAD-A58C-508E82AF093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14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5EBC32-38C6-4BAD-A58C-508E82AF093D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734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76D0F5-EBE9-02CF-741B-3FFC4D96E5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2C31DDF-D2DC-02E7-6EC4-37FCA7A351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720B6E4-1B69-045E-7091-7E81C7AF1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086D2-CC92-48AC-9A60-091D4B3EE0BD}" type="datetimeFigureOut">
              <a:rPr lang="pt-BR" smtClean="0"/>
              <a:t>18/01/2026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B250EFD-3AE1-4FE6-127B-BD583068F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2C8671-1284-0E9B-DEC7-77B59DA45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F3C9D-E08F-4548-B1C9-3B77ECD3C8C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7468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8C7AE1-BB00-F945-8B05-63DA11353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635AA7C-F8AE-28E9-CACC-6816B97A19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4768219-056D-9492-6DB1-9E0D88716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086D2-CC92-48AC-9A60-091D4B3EE0BD}" type="datetimeFigureOut">
              <a:rPr lang="pt-BR" smtClean="0"/>
              <a:t>18/01/2026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1965936-DCF8-406A-4AC1-8CC39D286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4692BDB-2F21-2151-6684-13EB8D0FD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F3C9D-E08F-4548-B1C9-3B77ECD3C8C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7333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FDC8B0-A53D-C6EC-1536-CB7B8C6D2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84CDB84-6DE0-E1B5-F1E2-19AD015BC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91A1F1E-D096-4B1B-70DA-E6D303CC1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086D2-CC92-48AC-9A60-091D4B3EE0BD}" type="datetimeFigureOut">
              <a:rPr lang="pt-BR" smtClean="0"/>
              <a:t>18/01/2026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C54F28D-9561-D38F-EBF0-A5935ED56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BFCAB70-7DFD-194A-2966-3D352EE90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F3C9D-E08F-4548-B1C9-3B77ECD3C8C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5547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6BC700-59F3-77EA-D2CE-5F99B5922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01F2A3-1CF0-FE8D-61DF-E187F05319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6079C3F-4FB0-A887-1EB6-07541C02CB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F932C08-39E8-558E-9E6B-07272A5CD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086D2-CC92-48AC-9A60-091D4B3EE0BD}" type="datetimeFigureOut">
              <a:rPr lang="pt-BR" smtClean="0"/>
              <a:t>18/01/2026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0FADF07-E83E-71F2-43F0-F07B2D0BD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8C5B5E1-967B-CD14-B80B-7D1DC89EB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F3C9D-E08F-4548-B1C9-3B77ECD3C8C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1071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097FF3-D257-AAA5-19FA-FD6489F43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4880775-4701-79E5-F504-578148576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68A2AC3-510B-A766-836D-A3256B5813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F541CD2-3E68-1A80-E0F0-BC2A4F32A3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F967F8A-7CFA-9B00-5C7D-B51F1851C1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F300CF0-66F3-2DB9-8BFB-1B1CB6F15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086D2-CC92-48AC-9A60-091D4B3EE0BD}" type="datetimeFigureOut">
              <a:rPr lang="pt-BR" smtClean="0"/>
              <a:t>18/01/2026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979BE88-77B9-8FD2-A82D-DA2234FED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5910C98-EBA5-6449-B0A8-556206DDE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F3C9D-E08F-4548-B1C9-3B77ECD3C8C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7736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14E355-28D1-1D26-ECD6-A3298A961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08A07DA-B638-0AC6-EAB9-98B29034E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086D2-CC92-48AC-9A60-091D4B3EE0BD}" type="datetimeFigureOut">
              <a:rPr lang="pt-BR" smtClean="0"/>
              <a:t>18/01/2026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10F7975-6988-EBE1-4E48-E454D6387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1BDB5F4-5EF5-CB22-F186-01B54255E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F3C9D-E08F-4548-B1C9-3B77ECD3C8C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1762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29C14E1-4024-5465-E542-DFD325D83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086D2-CC92-48AC-9A60-091D4B3EE0BD}" type="datetimeFigureOut">
              <a:rPr lang="pt-BR" smtClean="0"/>
              <a:t>18/01/2026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FCFDA53-FC8D-CFE5-E31E-436EC702D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5B58462-E78D-017C-F8ED-552F41508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F3C9D-E08F-4548-B1C9-3B77ECD3C8C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9863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5BA57A-AE96-D42B-CC09-706633027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26274E-0021-719D-960A-F29DF9BD8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3D2F513-D79E-66ED-B20A-DC89782794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2ED182B-CE90-6678-A560-3799DFACA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086D2-CC92-48AC-9A60-091D4B3EE0BD}" type="datetimeFigureOut">
              <a:rPr lang="pt-BR" smtClean="0"/>
              <a:t>18/01/2026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9827F22-B00F-14B2-0C35-2955957D8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C9CA8FC-C6BA-FE31-435B-61C1B9913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F3C9D-E08F-4548-B1C9-3B77ECD3C8C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724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5DFBB4-F934-DDB1-5502-DF1D69670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0F150F9-FC52-81E8-CBD7-0537268354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DFD13D2-26B0-871F-2111-31AFE979D0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4E7E4FB-526E-0E9C-3B57-8FCAFF9F0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086D2-CC92-48AC-9A60-091D4B3EE0BD}" type="datetimeFigureOut">
              <a:rPr lang="pt-BR" smtClean="0"/>
              <a:t>18/01/2026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2373622-E691-CE66-5F67-5CEF98583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710BFF9-BF27-8358-4EE7-4656FF9D6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F3C9D-E08F-4548-B1C9-3B77ECD3C8C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8548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B71BC7-CC08-2ADB-B6F9-DA5CC1678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5A3BF51-6BD8-6A64-927B-4D1381CC7C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6F9ABE9-DFDA-00F1-7CBD-A89654571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086D2-CC92-48AC-9A60-091D4B3EE0BD}" type="datetimeFigureOut">
              <a:rPr lang="pt-BR" smtClean="0"/>
              <a:t>18/01/2026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546E8EC-E716-75D5-24EF-8B9FAC242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49448F4-81A0-9E03-2833-F722A6025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F3C9D-E08F-4548-B1C9-3B77ECD3C8C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2517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4454A6A-D5C4-B046-6359-79736A5EDF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AA8EDF8-706E-9C78-2BAB-54019CB29A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2833A1A-1A1C-6C83-B8A0-9EB60D019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086D2-CC92-48AC-9A60-091D4B3EE0BD}" type="datetimeFigureOut">
              <a:rPr lang="pt-BR" smtClean="0"/>
              <a:t>18/01/2026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D50E5A6-9710-ED3E-1A15-DC5B9924D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65F7AB4-F520-5536-F3A3-DA8F0B88A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F3C9D-E08F-4548-B1C9-3B77ECD3C8C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2820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23CD2D3-7CFB-467E-F0E2-8588CA8C7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D7AB5AB-280B-22BD-7B5C-3A9AD6340A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7E5A0C6-385D-BF39-CFA1-9E851F66FF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A086D2-CC92-48AC-9A60-091D4B3EE0BD}" type="datetimeFigureOut">
              <a:rPr lang="pt-BR" smtClean="0"/>
              <a:t>18/01/2026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BD50B4-4BC0-8C45-0EE2-6F55D0F98A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41FCDA-EB58-C019-270C-320D140D8E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3F3C9D-E08F-4548-B1C9-3B77ECD3C8C3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3825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CAFBB2-3834-A770-B0F8-F053ADF68B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3106" y="333301"/>
            <a:ext cx="7197404" cy="2339044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l"/>
            <a:r>
              <a:rPr lang="en-US" sz="4400">
                <a:ea typeface="+mj-lt"/>
                <a:cs typeface="+mj-lt"/>
              </a:rPr>
              <a:t>Comparing Concurrency Models in Python:</a:t>
            </a:r>
            <a:endParaRPr lang="pt-BR">
              <a:ea typeface="+mj-lt"/>
              <a:cs typeface="+mj-lt"/>
            </a:endParaRPr>
          </a:p>
          <a:p>
            <a:pPr algn="l"/>
            <a:r>
              <a:rPr lang="en-US" sz="4400">
                <a:ea typeface="+mj-lt"/>
                <a:cs typeface="+mj-lt"/>
              </a:rPr>
              <a:t>Threading vs Multiprocessing</a:t>
            </a:r>
            <a:endParaRPr lang="en-US">
              <a:ea typeface="+mj-lt"/>
              <a:cs typeface="+mj-lt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6E5E8D8-8030-C5AC-5C29-9958BCF950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2773" y="4022451"/>
            <a:ext cx="6251111" cy="2671234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algn="r"/>
            <a:r>
              <a:rPr lang="pt-BR"/>
              <a:t>Felipe Campelo </a:t>
            </a:r>
            <a:r>
              <a:rPr lang="pt-BR" err="1"/>
              <a:t>Sabbado</a:t>
            </a:r>
            <a:r>
              <a:rPr lang="pt-BR"/>
              <a:t> - </a:t>
            </a:r>
            <a:r>
              <a:rPr lang="en-US">
                <a:latin typeface="Aptos Display"/>
              </a:rPr>
              <a:t>240000183</a:t>
            </a:r>
            <a:endParaRPr lang="pt-BR">
              <a:latin typeface="Aptos Display"/>
            </a:endParaRPr>
          </a:p>
          <a:p>
            <a:pPr algn="r"/>
            <a:r>
              <a:rPr lang="pt-BR"/>
              <a:t>Rodrigo Paiva Calado – 250001513</a:t>
            </a:r>
          </a:p>
          <a:p>
            <a:pPr algn="r"/>
            <a:endParaRPr lang="pt-BR"/>
          </a:p>
          <a:p>
            <a:pPr algn="r"/>
            <a:r>
              <a:rPr lang="pt-BR" sz="2000"/>
              <a:t>Programação Avançada</a:t>
            </a:r>
          </a:p>
          <a:p>
            <a:pPr algn="r"/>
            <a:r>
              <a:rPr lang="pt-BR" sz="2000"/>
              <a:t>Professora </a:t>
            </a:r>
            <a:r>
              <a:rPr lang="pt-BR" sz="2000" err="1"/>
              <a:t>Maryam</a:t>
            </a:r>
            <a:r>
              <a:rPr lang="pt-BR" sz="2000"/>
              <a:t> </a:t>
            </a:r>
            <a:r>
              <a:rPr lang="pt-BR" sz="2000" err="1"/>
              <a:t>Abbasi</a:t>
            </a:r>
            <a:endParaRPr lang="pt-BR" err="1"/>
          </a:p>
          <a:p>
            <a:pPr algn="r"/>
            <a:endParaRPr lang="pt-BR"/>
          </a:p>
          <a:p>
            <a:pPr algn="r"/>
            <a:r>
              <a:rPr lang="pt-BR"/>
              <a:t>Escola Superior de Gestão</a:t>
            </a:r>
          </a:p>
          <a:p>
            <a:pPr algn="r"/>
            <a:r>
              <a:rPr lang="pt-BR"/>
              <a:t>Instituto Politécnico de Santarém</a:t>
            </a:r>
          </a:p>
        </p:txBody>
      </p:sp>
      <p:pic>
        <p:nvPicPr>
          <p:cNvPr id="5" name="Picture 4" descr="Cadeado em placa-mãe de computador">
            <a:extLst>
              <a:ext uri="{FF2B5EF4-FFF2-40B4-BE49-F238E27FC236}">
                <a16:creationId xmlns:a16="http://schemas.microsoft.com/office/drawing/2014/main" id="{F1DC3E2D-FA01-FB84-1156-04D7BBC9D1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658" r="39011" b="-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955405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5" descr="Foto em preto e branco&#10;&#10;O conteúdo gerado por IA pode estar incorreto.">
            <a:extLst>
              <a:ext uri="{FF2B5EF4-FFF2-40B4-BE49-F238E27FC236}">
                <a16:creationId xmlns:a16="http://schemas.microsoft.com/office/drawing/2014/main" id="{310DCE8E-C673-C9E4-8423-B6D0FAFE72B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3979" r="7661" b="1809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D222DBA-00FE-0427-7EBD-0A6D5173C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1"/>
            <a:ext cx="10506456" cy="1322045"/>
          </a:xfrm>
        </p:spPr>
        <p:txBody>
          <a:bodyPr anchor="ctr">
            <a:normAutofit/>
          </a:bodyPr>
          <a:lstStyle/>
          <a:p>
            <a:r>
              <a:rPr lang="pt-BR" sz="3600" b="1"/>
              <a:t>MOTIVAÇÃO ➡︎ DESAFIO DA PROGRAMAÇÃO CONCORRENTE MODERNA</a:t>
            </a: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C8812AFE-BC4E-71C8-2272-B31BFF8550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0788842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43672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5" descr="Foto em preto e branco&#10;&#10;O conteúdo gerado por IA pode estar incorreto.">
            <a:extLst>
              <a:ext uri="{FF2B5EF4-FFF2-40B4-BE49-F238E27FC236}">
                <a16:creationId xmlns:a16="http://schemas.microsoft.com/office/drawing/2014/main" id="{F0C032E1-5270-7230-3362-D2F321237EC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3979" r="7661" b="1809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5BA0323-92DD-8990-6EF0-9D73F2C60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1"/>
            <a:ext cx="10506456" cy="139578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z="3600" b="1"/>
              <a:t>PROBLEMA ➡︎ LIMITAÇÕES NOS MECANISMOS DE SINCRONIZAÇÃO</a:t>
            </a: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78373426-5620-57A3-2B9B-7612E6A64E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238298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55125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3F639C-E650-6AC3-9F2F-3A7B5196F40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3979" r="7661" b="1809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16BCC360-9335-A52D-AE65-F06280F600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6968612"/>
              </p:ext>
            </p:extLst>
          </p:nvPr>
        </p:nvGraphicFramePr>
        <p:xfrm>
          <a:off x="561975" y="1468376"/>
          <a:ext cx="11068050" cy="50252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2" name="Título 1">
            <a:extLst>
              <a:ext uri="{FF2B5EF4-FFF2-40B4-BE49-F238E27FC236}">
                <a16:creationId xmlns:a16="http://schemas.microsoft.com/office/drawing/2014/main" id="{060EF031-2541-2BF2-26BB-B3B8E05D5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1"/>
            <a:ext cx="10506456" cy="139578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z="3600" b="1"/>
              <a:t>METHODOLOGY ➡︎ EXPERIMENTAL</a:t>
            </a:r>
            <a:endParaRPr lang="pt-BR" sz="2800" b="1"/>
          </a:p>
        </p:txBody>
      </p:sp>
    </p:spTree>
    <p:extLst>
      <p:ext uri="{BB962C8B-B14F-4D97-AF65-F5344CB8AC3E}">
        <p14:creationId xmlns:p14="http://schemas.microsoft.com/office/powerpoint/2010/main" val="76794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63E2C7-0337-EC70-D58D-7FDE0C0A2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5" descr="Foto em preto e branco&#10;&#10;O conteúdo gerado por IA pode estar incorreto.">
            <a:extLst>
              <a:ext uri="{FF2B5EF4-FFF2-40B4-BE49-F238E27FC236}">
                <a16:creationId xmlns:a16="http://schemas.microsoft.com/office/drawing/2014/main" id="{01ED5979-A29F-47AB-0DC3-8D76B6B080B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3979" r="7661" b="1809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5312B6F-9F46-D358-6485-EAC7505B3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5023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b="1"/>
              <a:t>METHODOLOGY DIAGRAM EXPLANATION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05B969AA-B8E6-A2EF-1E5E-8F988354EAAB}"/>
              </a:ext>
            </a:extLst>
          </p:cNvPr>
          <p:cNvSpPr/>
          <p:nvPr/>
        </p:nvSpPr>
        <p:spPr>
          <a:xfrm>
            <a:off x="3969488" y="2891192"/>
            <a:ext cx="2481103" cy="2184856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PYTHON TESTING</a:t>
            </a:r>
          </a:p>
          <a:p>
            <a:pPr algn="ctr"/>
            <a:endParaRPr lang="pt-BR" sz="1600"/>
          </a:p>
          <a:p>
            <a:pPr algn="ctr"/>
            <a:r>
              <a:rPr lang="pt-BR" sz="1600" err="1"/>
              <a:t>Threading</a:t>
            </a:r>
            <a:r>
              <a:rPr lang="pt-BR" sz="1600"/>
              <a:t> – 5x</a:t>
            </a:r>
          </a:p>
          <a:p>
            <a:pPr algn="ctr"/>
            <a:r>
              <a:rPr lang="pt-BR" sz="1600" err="1"/>
              <a:t>Multiprocessing</a:t>
            </a:r>
            <a:r>
              <a:rPr lang="pt-BR" sz="1600"/>
              <a:t> – 5x</a:t>
            </a:r>
          </a:p>
          <a:p>
            <a:pPr algn="ctr"/>
            <a:r>
              <a:rPr lang="pt-BR" sz="1600" err="1"/>
              <a:t>Queue</a:t>
            </a:r>
            <a:r>
              <a:rPr lang="pt-BR" sz="1600"/>
              <a:t> – 3x</a:t>
            </a:r>
          </a:p>
          <a:p>
            <a:pPr algn="ctr"/>
            <a:r>
              <a:rPr lang="pt-BR" sz="1600" err="1"/>
              <a:t>Locks</a:t>
            </a:r>
            <a:r>
              <a:rPr lang="pt-BR" sz="1600"/>
              <a:t> – 3x</a:t>
            </a:r>
          </a:p>
          <a:p>
            <a:pPr algn="ctr"/>
            <a:r>
              <a:rPr lang="pt-BR" sz="1600" err="1"/>
              <a:t>ThreadPool</a:t>
            </a:r>
            <a:r>
              <a:rPr lang="pt-BR" sz="1600"/>
              <a:t> – 3x</a:t>
            </a:r>
          </a:p>
          <a:p>
            <a:pPr algn="ctr"/>
            <a:r>
              <a:rPr lang="pt-BR" sz="1600" err="1"/>
              <a:t>ProcessPool</a:t>
            </a:r>
            <a:r>
              <a:rPr lang="pt-BR" sz="1600"/>
              <a:t> – 3x</a:t>
            </a:r>
          </a:p>
        </p:txBody>
      </p:sp>
      <p:cxnSp>
        <p:nvCxnSpPr>
          <p:cNvPr id="21" name="Conector: Angulado 20">
            <a:extLst>
              <a:ext uri="{FF2B5EF4-FFF2-40B4-BE49-F238E27FC236}">
                <a16:creationId xmlns:a16="http://schemas.microsoft.com/office/drawing/2014/main" id="{FDBEA4A8-5D14-1220-9488-1F59A44C8CC5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>
            <a:off x="2534264" y="2498983"/>
            <a:ext cx="1435224" cy="1484637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4" name="Agrupar 93">
            <a:extLst>
              <a:ext uri="{FF2B5EF4-FFF2-40B4-BE49-F238E27FC236}">
                <a16:creationId xmlns:a16="http://schemas.microsoft.com/office/drawing/2014/main" id="{FDBD9CE6-A857-1F55-9C49-4F37CCC269E5}"/>
              </a:ext>
            </a:extLst>
          </p:cNvPr>
          <p:cNvGrpSpPr/>
          <p:nvPr/>
        </p:nvGrpSpPr>
        <p:grpSpPr>
          <a:xfrm>
            <a:off x="838199" y="2214851"/>
            <a:ext cx="3131289" cy="3537538"/>
            <a:chOff x="838199" y="2214851"/>
            <a:chExt cx="3131289" cy="3537538"/>
          </a:xfrm>
          <a:solidFill>
            <a:schemeClr val="accent2"/>
          </a:solidFill>
        </p:grpSpPr>
        <p:sp>
          <p:nvSpPr>
            <p:cNvPr id="3" name="Retângulo 2">
              <a:extLst>
                <a:ext uri="{FF2B5EF4-FFF2-40B4-BE49-F238E27FC236}">
                  <a16:creationId xmlns:a16="http://schemas.microsoft.com/office/drawing/2014/main" id="{0B11245F-650D-D2F8-F910-E62937DE89B8}"/>
                </a:ext>
              </a:extLst>
            </p:cNvPr>
            <p:cNvSpPr/>
            <p:nvPr/>
          </p:nvSpPr>
          <p:spPr>
            <a:xfrm>
              <a:off x="838199" y="2214851"/>
              <a:ext cx="1696065" cy="56826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/>
                <a:t>PAIVA-DESKTOP</a:t>
              </a:r>
            </a:p>
          </p:txBody>
        </p:sp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C7C27630-BF79-6EF7-EA9C-1C0EC4D7F3C3}"/>
                </a:ext>
              </a:extLst>
            </p:cNvPr>
            <p:cNvSpPr/>
            <p:nvPr/>
          </p:nvSpPr>
          <p:spPr>
            <a:xfrm>
              <a:off x="838199" y="3699489"/>
              <a:ext cx="1696065" cy="56826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/>
                <a:t>PAIVA-LAPTOP</a:t>
              </a:r>
            </a:p>
          </p:txBody>
        </p:sp>
        <p:sp>
          <p:nvSpPr>
            <p:cNvPr id="5" name="Retângulo 4">
              <a:extLst>
                <a:ext uri="{FF2B5EF4-FFF2-40B4-BE49-F238E27FC236}">
                  <a16:creationId xmlns:a16="http://schemas.microsoft.com/office/drawing/2014/main" id="{2FD8BD4C-BCDF-77DF-78CB-F9AED650136D}"/>
                </a:ext>
              </a:extLst>
            </p:cNvPr>
            <p:cNvSpPr/>
            <p:nvPr/>
          </p:nvSpPr>
          <p:spPr>
            <a:xfrm>
              <a:off x="838199" y="5184126"/>
              <a:ext cx="1696065" cy="568263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/>
                <a:t>FELIPE-LAPTOP</a:t>
              </a:r>
            </a:p>
          </p:txBody>
        </p:sp>
        <p:cxnSp>
          <p:nvCxnSpPr>
            <p:cNvPr id="23" name="Conector: Angulado 22">
              <a:extLst>
                <a:ext uri="{FF2B5EF4-FFF2-40B4-BE49-F238E27FC236}">
                  <a16:creationId xmlns:a16="http://schemas.microsoft.com/office/drawing/2014/main" id="{42CEDB05-051D-37BE-228B-1ECB185D0A33}"/>
                </a:ext>
              </a:extLst>
            </p:cNvPr>
            <p:cNvCxnSpPr>
              <a:cxnSpLocks/>
              <a:stCxn id="4" idx="3"/>
              <a:endCxn id="6" idx="1"/>
            </p:cNvCxnSpPr>
            <p:nvPr/>
          </p:nvCxnSpPr>
          <p:spPr>
            <a:xfrm flipV="1">
              <a:off x="2534264" y="3983620"/>
              <a:ext cx="1435224" cy="1"/>
            </a:xfrm>
            <a:prstGeom prst="bentConnector3">
              <a:avLst>
                <a:gd name="adj1" fmla="val 50000"/>
              </a:avLst>
            </a:prstGeom>
            <a:grpFill/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" name="Conector: Angulado 24">
            <a:extLst>
              <a:ext uri="{FF2B5EF4-FFF2-40B4-BE49-F238E27FC236}">
                <a16:creationId xmlns:a16="http://schemas.microsoft.com/office/drawing/2014/main" id="{525E2447-340E-6CF4-58E1-615ACAC2BB20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2534264" y="3983620"/>
            <a:ext cx="1435224" cy="1484638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ector: Angulado 26">
            <a:extLst>
              <a:ext uri="{FF2B5EF4-FFF2-40B4-BE49-F238E27FC236}">
                <a16:creationId xmlns:a16="http://schemas.microsoft.com/office/drawing/2014/main" id="{1D8BD6AA-D0DB-381F-509F-86E42CCFA558}"/>
              </a:ext>
            </a:extLst>
          </p:cNvPr>
          <p:cNvCxnSpPr>
            <a:cxnSpLocks/>
            <a:stCxn id="6" idx="3"/>
            <a:endCxn id="10" idx="5"/>
          </p:cNvCxnSpPr>
          <p:nvPr/>
        </p:nvCxnSpPr>
        <p:spPr>
          <a:xfrm flipV="1">
            <a:off x="6450591" y="2727596"/>
            <a:ext cx="1368632" cy="1256024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0" name="Agrupar 109">
            <a:extLst>
              <a:ext uri="{FF2B5EF4-FFF2-40B4-BE49-F238E27FC236}">
                <a16:creationId xmlns:a16="http://schemas.microsoft.com/office/drawing/2014/main" id="{F15AC701-CB0D-F45D-5F98-3975850DA75C}"/>
              </a:ext>
            </a:extLst>
          </p:cNvPr>
          <p:cNvGrpSpPr/>
          <p:nvPr/>
        </p:nvGrpSpPr>
        <p:grpSpPr>
          <a:xfrm>
            <a:off x="6450591" y="1699489"/>
            <a:ext cx="5238879" cy="4760545"/>
            <a:chOff x="6450591" y="1699489"/>
            <a:chExt cx="5238879" cy="4760545"/>
          </a:xfrm>
          <a:solidFill>
            <a:schemeClr val="accent1"/>
          </a:solidFill>
        </p:grpSpPr>
        <p:sp>
          <p:nvSpPr>
            <p:cNvPr id="10" name="Paralelogramo 9">
              <a:extLst>
                <a:ext uri="{FF2B5EF4-FFF2-40B4-BE49-F238E27FC236}">
                  <a16:creationId xmlns:a16="http://schemas.microsoft.com/office/drawing/2014/main" id="{153F44AF-90EA-BFB0-5286-168FACBDF019}"/>
                </a:ext>
              </a:extLst>
            </p:cNvPr>
            <p:cNvSpPr/>
            <p:nvPr/>
          </p:nvSpPr>
          <p:spPr>
            <a:xfrm>
              <a:off x="7626001" y="1699489"/>
              <a:ext cx="4063469" cy="2056214"/>
            </a:xfrm>
            <a:prstGeom prst="round2Diag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/>
                <a:t>TABLE RESULTS (via Pandas)</a:t>
              </a:r>
            </a:p>
            <a:p>
              <a:pPr algn="ctr"/>
              <a:endParaRPr lang="pt-BR" sz="1600"/>
            </a:p>
            <a:p>
              <a:pPr algn="ctr"/>
              <a:r>
                <a:rPr lang="pt-BR" sz="1200"/>
                <a:t>Total </a:t>
              </a:r>
              <a:r>
                <a:rPr lang="pt-BR" sz="1200" err="1"/>
                <a:t>Tests</a:t>
              </a:r>
              <a:r>
                <a:rPr lang="pt-BR" sz="1200"/>
                <a:t>/</a:t>
              </a:r>
              <a:r>
                <a:rPr lang="pt-BR" sz="1200" err="1"/>
                <a:t>Components</a:t>
              </a:r>
              <a:r>
                <a:rPr lang="pt-BR" sz="1200"/>
                <a:t>/</a:t>
              </a:r>
              <a:r>
                <a:rPr lang="pt-BR" sz="1200" err="1"/>
                <a:t>Tasks</a:t>
              </a:r>
              <a:endParaRPr lang="pt-BR" sz="1200"/>
            </a:p>
            <a:p>
              <a:pPr algn="ctr"/>
              <a:r>
                <a:rPr lang="pt-BR" sz="1200" err="1"/>
                <a:t>Number</a:t>
              </a:r>
              <a:r>
                <a:rPr lang="pt-BR" sz="1200"/>
                <a:t> </a:t>
              </a:r>
              <a:r>
                <a:rPr lang="pt-BR" sz="1200" err="1"/>
                <a:t>of</a:t>
              </a:r>
              <a:r>
                <a:rPr lang="pt-BR" sz="1200"/>
                <a:t> </a:t>
              </a:r>
              <a:r>
                <a:rPr lang="pt-BR" sz="1200" err="1"/>
                <a:t>Producers</a:t>
              </a:r>
              <a:r>
                <a:rPr lang="pt-BR" sz="1200"/>
                <a:t>/</a:t>
              </a:r>
              <a:r>
                <a:rPr lang="pt-BR" sz="1200" err="1"/>
                <a:t>Consumers</a:t>
              </a:r>
              <a:r>
                <a:rPr lang="pt-BR" sz="1200"/>
                <a:t>/Workers</a:t>
              </a:r>
            </a:p>
            <a:p>
              <a:pPr algn="ctr"/>
              <a:r>
                <a:rPr lang="pt-BR" sz="1200" err="1"/>
                <a:t>Number</a:t>
              </a:r>
              <a:r>
                <a:rPr lang="pt-BR" sz="1200"/>
                <a:t> </a:t>
              </a:r>
              <a:r>
                <a:rPr lang="pt-BR" sz="1200" err="1"/>
                <a:t>of</a:t>
              </a:r>
              <a:r>
                <a:rPr lang="pt-BR" sz="1200"/>
                <a:t> </a:t>
              </a:r>
              <a:r>
                <a:rPr lang="pt-BR" sz="1200" err="1"/>
                <a:t>Items</a:t>
              </a:r>
              <a:r>
                <a:rPr lang="pt-BR" sz="1200"/>
                <a:t>/</a:t>
              </a:r>
              <a:r>
                <a:rPr lang="pt-BR" sz="1200" err="1"/>
                <a:t>Queue</a:t>
              </a:r>
              <a:endParaRPr lang="pt-BR" sz="1200"/>
            </a:p>
            <a:p>
              <a:pPr algn="ctr"/>
              <a:r>
                <a:rPr lang="pt-BR" sz="1200" err="1"/>
                <a:t>Success</a:t>
              </a:r>
              <a:r>
                <a:rPr lang="pt-BR" sz="1200"/>
                <a:t> Rate</a:t>
              </a:r>
            </a:p>
            <a:p>
              <a:pPr algn="ctr"/>
              <a:r>
                <a:rPr lang="pt-BR" sz="1200" err="1"/>
                <a:t>Elapsed</a:t>
              </a:r>
              <a:r>
                <a:rPr lang="pt-BR" sz="1200"/>
                <a:t> Time</a:t>
              </a:r>
            </a:p>
            <a:p>
              <a:pPr algn="ctr"/>
              <a:r>
                <a:rPr lang="pt-BR" sz="1200" err="1"/>
                <a:t>Memory</a:t>
              </a:r>
              <a:r>
                <a:rPr lang="pt-BR" sz="1200"/>
                <a:t> </a:t>
              </a:r>
              <a:r>
                <a:rPr lang="pt-BR" sz="1200" err="1"/>
                <a:t>Usage</a:t>
              </a:r>
              <a:endParaRPr lang="pt-BR" sz="1200"/>
            </a:p>
            <a:p>
              <a:pPr algn="ctr"/>
              <a:r>
                <a:rPr lang="pt-BR" sz="1200"/>
                <a:t>System </a:t>
              </a:r>
              <a:r>
                <a:rPr lang="pt-BR" sz="1200" err="1"/>
                <a:t>Load</a:t>
              </a:r>
              <a:endParaRPr lang="pt-BR" sz="1200"/>
            </a:p>
            <a:p>
              <a:pPr algn="ctr"/>
              <a:r>
                <a:rPr lang="pt-BR" sz="1200"/>
                <a:t>CPU Count</a:t>
              </a:r>
            </a:p>
          </p:txBody>
        </p:sp>
        <p:sp>
          <p:nvSpPr>
            <p:cNvPr id="11" name="Paralelogramo 10">
              <a:extLst>
                <a:ext uri="{FF2B5EF4-FFF2-40B4-BE49-F238E27FC236}">
                  <a16:creationId xmlns:a16="http://schemas.microsoft.com/office/drawing/2014/main" id="{C1D76D03-B6E3-35A0-6C1B-0EB305D690E8}"/>
                </a:ext>
              </a:extLst>
            </p:cNvPr>
            <p:cNvSpPr/>
            <p:nvPr/>
          </p:nvSpPr>
          <p:spPr>
            <a:xfrm>
              <a:off x="7626001" y="4403820"/>
              <a:ext cx="4063469" cy="2056214"/>
            </a:xfrm>
            <a:prstGeom prst="round2Diag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/>
                <a:t>PLOT RESULTS (via </a:t>
              </a:r>
              <a:r>
                <a:rPr lang="pt-BR" sz="1600" err="1"/>
                <a:t>Matplotlib</a:t>
              </a:r>
              <a:r>
                <a:rPr lang="pt-BR" sz="1600"/>
                <a:t>)</a:t>
              </a:r>
            </a:p>
            <a:p>
              <a:pPr algn="ctr"/>
              <a:endParaRPr lang="pt-BR" sz="1600"/>
            </a:p>
            <a:p>
              <a:pPr algn="ctr"/>
              <a:r>
                <a:rPr lang="pt-BR" sz="1200" err="1"/>
                <a:t>Average</a:t>
              </a:r>
              <a:r>
                <a:rPr lang="pt-BR" sz="1200"/>
                <a:t> Time per Thread Index</a:t>
              </a:r>
            </a:p>
            <a:p>
              <a:pPr algn="ctr"/>
              <a:r>
                <a:rPr lang="pt-BR" sz="1200" err="1"/>
                <a:t>Average</a:t>
              </a:r>
              <a:r>
                <a:rPr lang="pt-BR" sz="1200"/>
                <a:t> </a:t>
              </a:r>
              <a:r>
                <a:rPr lang="pt-BR" sz="1200" err="1"/>
                <a:t>Execution</a:t>
              </a:r>
              <a:r>
                <a:rPr lang="pt-BR" sz="1200"/>
                <a:t> Time per Test </a:t>
              </a:r>
              <a:r>
                <a:rPr lang="pt-BR" sz="1200" err="1"/>
                <a:t>Run</a:t>
              </a:r>
              <a:endParaRPr lang="pt-BR" sz="1200"/>
            </a:p>
            <a:p>
              <a:pPr algn="ctr"/>
              <a:r>
                <a:rPr lang="pt-BR" sz="1200" err="1"/>
                <a:t>Memory</a:t>
              </a:r>
              <a:r>
                <a:rPr lang="pt-BR" sz="1200"/>
                <a:t> </a:t>
              </a:r>
              <a:r>
                <a:rPr lang="pt-BR" sz="1200" err="1"/>
                <a:t>Usage</a:t>
              </a:r>
              <a:r>
                <a:rPr lang="pt-BR" sz="1200"/>
                <a:t> </a:t>
              </a:r>
              <a:r>
                <a:rPr lang="pt-BR" sz="1200" err="1"/>
                <a:t>Distribution</a:t>
              </a:r>
              <a:endParaRPr lang="pt-BR" sz="1200"/>
            </a:p>
            <a:p>
              <a:pPr algn="ctr"/>
              <a:r>
                <a:rPr lang="pt-BR" sz="1200" err="1"/>
                <a:t>Average</a:t>
              </a:r>
              <a:r>
                <a:rPr lang="pt-BR" sz="1200"/>
                <a:t> System </a:t>
              </a:r>
              <a:r>
                <a:rPr lang="pt-BR" sz="1200" err="1"/>
                <a:t>Load</a:t>
              </a:r>
              <a:r>
                <a:rPr lang="pt-BR" sz="1200"/>
                <a:t> per Test </a:t>
              </a:r>
              <a:r>
                <a:rPr lang="pt-BR" sz="1200" err="1"/>
                <a:t>Run</a:t>
              </a:r>
              <a:endParaRPr lang="pt-BR" sz="1200"/>
            </a:p>
            <a:p>
              <a:pPr algn="ctr"/>
              <a:r>
                <a:rPr lang="pt-BR" sz="1200" err="1"/>
                <a:t>Number</a:t>
              </a:r>
              <a:r>
                <a:rPr lang="pt-BR" sz="1200"/>
                <a:t> </a:t>
              </a:r>
              <a:r>
                <a:rPr lang="pt-BR" sz="1200" err="1"/>
                <a:t>of</a:t>
              </a:r>
              <a:r>
                <a:rPr lang="pt-BR" sz="1200"/>
                <a:t> Threads per Test </a:t>
              </a:r>
              <a:r>
                <a:rPr lang="pt-BR" sz="1200" err="1"/>
                <a:t>Run</a:t>
              </a:r>
              <a:endParaRPr lang="pt-BR" sz="1200"/>
            </a:p>
            <a:p>
              <a:pPr algn="ctr"/>
              <a:r>
                <a:rPr lang="pt-BR" sz="1200"/>
                <a:t>Total </a:t>
              </a:r>
              <a:r>
                <a:rPr lang="pt-BR" sz="1200" err="1"/>
                <a:t>Execution</a:t>
              </a:r>
              <a:r>
                <a:rPr lang="pt-BR" sz="1200"/>
                <a:t> Time per Test </a:t>
              </a:r>
              <a:r>
                <a:rPr lang="pt-BR" sz="1200" err="1"/>
                <a:t>Run</a:t>
              </a:r>
              <a:endParaRPr lang="pt-BR" sz="1200"/>
            </a:p>
          </p:txBody>
        </p:sp>
        <p:cxnSp>
          <p:nvCxnSpPr>
            <p:cNvPr id="31" name="Conector: Angulado 30">
              <a:extLst>
                <a:ext uri="{FF2B5EF4-FFF2-40B4-BE49-F238E27FC236}">
                  <a16:creationId xmlns:a16="http://schemas.microsoft.com/office/drawing/2014/main" id="{C4F105AA-42AF-DD94-4670-83274052D630}"/>
                </a:ext>
              </a:extLst>
            </p:cNvPr>
            <p:cNvCxnSpPr>
              <a:cxnSpLocks/>
              <a:stCxn id="6" idx="3"/>
              <a:endCxn id="11" idx="5"/>
            </p:cNvCxnSpPr>
            <p:nvPr/>
          </p:nvCxnSpPr>
          <p:spPr>
            <a:xfrm>
              <a:off x="6450591" y="3983620"/>
              <a:ext cx="1368653" cy="1448307"/>
            </a:xfrm>
            <a:prstGeom prst="bentConnector3">
              <a:avLst>
                <a:gd name="adj1" fmla="val 50000"/>
              </a:avLst>
            </a:prstGeom>
            <a:grpFill/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60795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65905-E136-0309-0DB2-0453131EA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265" y="196891"/>
            <a:ext cx="7289470" cy="543771"/>
          </a:xfrm>
        </p:spPr>
        <p:txBody>
          <a:bodyPr>
            <a:noAutofit/>
          </a:bodyPr>
          <a:lstStyle/>
          <a:p>
            <a:r>
              <a:rPr lang="en-US" sz="3600"/>
              <a:t>Results – Multiprocessing &amp; Threading</a:t>
            </a:r>
          </a:p>
        </p:txBody>
      </p:sp>
      <p:pic>
        <p:nvPicPr>
          <p:cNvPr id="4" name="Content Placeholder 3" descr="Multiprocessing Results">
            <a:extLst>
              <a:ext uri="{FF2B5EF4-FFF2-40B4-BE49-F238E27FC236}">
                <a16:creationId xmlns:a16="http://schemas.microsoft.com/office/drawing/2014/main" id="{0694B2BF-CDAD-A188-AB88-2915DE3532B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3389" y="932607"/>
            <a:ext cx="6043399" cy="39356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7A7CA64-AB45-641A-720F-5132D93EBC2F}"/>
              </a:ext>
            </a:extLst>
          </p:cNvPr>
          <p:cNvSpPr txBox="1"/>
          <p:nvPr/>
        </p:nvSpPr>
        <p:spPr>
          <a:xfrm>
            <a:off x="1451512" y="4871234"/>
            <a:ext cx="2946068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/>
              <a:t>Multiprocessing Plots Results on FELIPE-LAPTOP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0FB4B4-3659-BEBA-89D8-6CAD64654237}"/>
              </a:ext>
            </a:extLst>
          </p:cNvPr>
          <p:cNvSpPr txBox="1"/>
          <p:nvPr/>
        </p:nvSpPr>
        <p:spPr>
          <a:xfrm>
            <a:off x="1520784" y="6286376"/>
            <a:ext cx="2946068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/>
              <a:t>Multiprocessing Table Results on All </a:t>
            </a:r>
            <a:r>
              <a:rPr lang="en-US" sz="1000" err="1"/>
              <a:t>Hardwares</a:t>
            </a:r>
          </a:p>
        </p:txBody>
      </p:sp>
      <p:pic>
        <p:nvPicPr>
          <p:cNvPr id="8" name="Picture 7" descr="A black and white text&#10;&#10;AI-generated content may be incorrect.">
            <a:extLst>
              <a:ext uri="{FF2B5EF4-FFF2-40B4-BE49-F238E27FC236}">
                <a16:creationId xmlns:a16="http://schemas.microsoft.com/office/drawing/2014/main" id="{FA9AF2CF-F32B-3958-A9C3-0DC0D2DA87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9" y="5572249"/>
            <a:ext cx="6036624" cy="711036"/>
          </a:xfrm>
          <a:prstGeom prst="rect">
            <a:avLst/>
          </a:prstGeom>
        </p:spPr>
      </p:pic>
      <p:pic>
        <p:nvPicPr>
          <p:cNvPr id="10" name="Picture 9" descr="A group of graphs and charts&#10;&#10;AI-generated content may be incorrect.">
            <a:extLst>
              <a:ext uri="{FF2B5EF4-FFF2-40B4-BE49-F238E27FC236}">
                <a16:creationId xmlns:a16="http://schemas.microsoft.com/office/drawing/2014/main" id="{91F10EFF-7F3D-8877-8BA2-4F6E83142C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7450" y="931131"/>
            <a:ext cx="6032477" cy="3938650"/>
          </a:xfrm>
          <a:prstGeom prst="rect">
            <a:avLst/>
          </a:prstGeom>
        </p:spPr>
      </p:pic>
      <p:pic>
        <p:nvPicPr>
          <p:cNvPr id="11" name="Picture 10" descr="A black and white text&#10;&#10;AI-generated content may be incorrect.">
            <a:extLst>
              <a:ext uri="{FF2B5EF4-FFF2-40B4-BE49-F238E27FC236}">
                <a16:creationId xmlns:a16="http://schemas.microsoft.com/office/drawing/2014/main" id="{DCD08BB5-53D3-3AFE-87D3-AAA0DD8CB7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9686" y="5571878"/>
            <a:ext cx="6038108" cy="71177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F69BBA1-6EB4-A91E-5A47-32841C65A3F6}"/>
              </a:ext>
            </a:extLst>
          </p:cNvPr>
          <p:cNvSpPr txBox="1"/>
          <p:nvPr/>
        </p:nvSpPr>
        <p:spPr>
          <a:xfrm>
            <a:off x="7874083" y="4871234"/>
            <a:ext cx="2946068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/>
              <a:t>Threading Plots Results on PAIVA-DESKTOP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5FF044-BCD8-D435-8D81-689292069B40}"/>
              </a:ext>
            </a:extLst>
          </p:cNvPr>
          <p:cNvSpPr txBox="1"/>
          <p:nvPr/>
        </p:nvSpPr>
        <p:spPr>
          <a:xfrm>
            <a:off x="7874082" y="6286376"/>
            <a:ext cx="2946068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err="1"/>
              <a:t>Theading</a:t>
            </a:r>
            <a:r>
              <a:rPr lang="en-US" sz="1000"/>
              <a:t> Table Results on All </a:t>
            </a:r>
            <a:r>
              <a:rPr lang="en-US" sz="1000" err="1"/>
              <a:t>Hardwares</a:t>
            </a:r>
            <a:endParaRPr lang="en-US" sz="10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5DC7DD-9815-7EBE-883C-D31C53064E66}"/>
              </a:ext>
            </a:extLst>
          </p:cNvPr>
          <p:cNvSpPr/>
          <p:nvPr/>
        </p:nvSpPr>
        <p:spPr>
          <a:xfrm>
            <a:off x="8040" y="723528"/>
            <a:ext cx="12185072" cy="7805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0A3FD65-0412-0956-B1A4-B0AACE21F08B}"/>
              </a:ext>
            </a:extLst>
          </p:cNvPr>
          <p:cNvSpPr/>
          <p:nvPr/>
        </p:nvSpPr>
        <p:spPr>
          <a:xfrm rot="5400000">
            <a:off x="3028045" y="3786497"/>
            <a:ext cx="6122140" cy="4159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B7106F4-5912-E3D8-D9F8-1E0046D6E8B6}"/>
              </a:ext>
            </a:extLst>
          </p:cNvPr>
          <p:cNvSpPr/>
          <p:nvPr/>
        </p:nvSpPr>
        <p:spPr>
          <a:xfrm>
            <a:off x="8040" y="5147087"/>
            <a:ext cx="12185072" cy="7805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297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8236B-E102-6CEC-7732-5270A3B53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5DBA9-F243-B292-EFF8-E3E34C05F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911" y="168408"/>
            <a:ext cx="8562006" cy="543771"/>
          </a:xfrm>
        </p:spPr>
        <p:txBody>
          <a:bodyPr>
            <a:noAutofit/>
          </a:bodyPr>
          <a:lstStyle/>
          <a:p>
            <a:pPr algn="ctr"/>
            <a:r>
              <a:rPr lang="en-US" sz="3600" b="1"/>
              <a:t>Results – Multiprocessing &amp; Threading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105257-124E-1D64-41F2-016466116402}"/>
              </a:ext>
            </a:extLst>
          </p:cNvPr>
          <p:cNvSpPr txBox="1"/>
          <p:nvPr/>
        </p:nvSpPr>
        <p:spPr>
          <a:xfrm>
            <a:off x="1520784" y="6286376"/>
            <a:ext cx="2946068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/>
              <a:t>Multiprocessing Table Results on All </a:t>
            </a:r>
            <a:r>
              <a:rPr lang="en-US" sz="1000" err="1"/>
              <a:t>Hardwares</a:t>
            </a:r>
          </a:p>
        </p:txBody>
      </p:sp>
      <p:pic>
        <p:nvPicPr>
          <p:cNvPr id="8" name="Picture 7" descr="A black and white text&#10;&#10;AI-generated content may be incorrect.">
            <a:extLst>
              <a:ext uri="{FF2B5EF4-FFF2-40B4-BE49-F238E27FC236}">
                <a16:creationId xmlns:a16="http://schemas.microsoft.com/office/drawing/2014/main" id="{C1312BA3-A811-4588-0EB5-ECE7968DD6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9" y="5572249"/>
            <a:ext cx="6036624" cy="711036"/>
          </a:xfrm>
          <a:prstGeom prst="rect">
            <a:avLst/>
          </a:prstGeom>
        </p:spPr>
      </p:pic>
      <p:pic>
        <p:nvPicPr>
          <p:cNvPr id="11" name="Picture 10" descr="A black and white text&#10;&#10;AI-generated content may be incorrect.">
            <a:extLst>
              <a:ext uri="{FF2B5EF4-FFF2-40B4-BE49-F238E27FC236}">
                <a16:creationId xmlns:a16="http://schemas.microsoft.com/office/drawing/2014/main" id="{87E86852-A0CA-17F9-A4F1-CC56B391CE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9686" y="5571878"/>
            <a:ext cx="6038108" cy="71177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93048DD-B9D4-1B2A-8E7A-31E7E6A78335}"/>
              </a:ext>
            </a:extLst>
          </p:cNvPr>
          <p:cNvSpPr txBox="1"/>
          <p:nvPr/>
        </p:nvSpPr>
        <p:spPr>
          <a:xfrm>
            <a:off x="7874082" y="6286376"/>
            <a:ext cx="2946068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err="1"/>
              <a:t>Theading</a:t>
            </a:r>
            <a:r>
              <a:rPr lang="en-US" sz="1000"/>
              <a:t> Table Results on All </a:t>
            </a:r>
            <a:r>
              <a:rPr lang="en-US" sz="1000" err="1"/>
              <a:t>Hardwares</a:t>
            </a:r>
            <a:endParaRPr lang="en-US" sz="10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13A2D84-C8C4-A0C2-D401-99DC96D633FB}"/>
              </a:ext>
            </a:extLst>
          </p:cNvPr>
          <p:cNvSpPr/>
          <p:nvPr/>
        </p:nvSpPr>
        <p:spPr>
          <a:xfrm>
            <a:off x="8040" y="723528"/>
            <a:ext cx="12185072" cy="7805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00BC8B3-90D5-720F-DD83-1A8825C6AF76}"/>
              </a:ext>
            </a:extLst>
          </p:cNvPr>
          <p:cNvSpPr/>
          <p:nvPr/>
        </p:nvSpPr>
        <p:spPr>
          <a:xfrm rot="5400000">
            <a:off x="3028045" y="3786497"/>
            <a:ext cx="6122140" cy="4159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A7FDD91-4E9A-9912-A1E4-AB032EEF5861}"/>
              </a:ext>
            </a:extLst>
          </p:cNvPr>
          <p:cNvSpPr/>
          <p:nvPr/>
        </p:nvSpPr>
        <p:spPr>
          <a:xfrm>
            <a:off x="8040" y="5147087"/>
            <a:ext cx="12185072" cy="7805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Imagem 24" descr="Gráfico, Gráfico de barras&#10;&#10;O conteúdo gerado por IA pode estar incorreto.">
            <a:extLst>
              <a:ext uri="{FF2B5EF4-FFF2-40B4-BE49-F238E27FC236}">
                <a16:creationId xmlns:a16="http://schemas.microsoft.com/office/drawing/2014/main" id="{7A5928C6-E854-8359-DBB1-C3A40B62C9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03" y="1031768"/>
            <a:ext cx="5824715" cy="3885133"/>
          </a:xfrm>
          <a:prstGeom prst="rect">
            <a:avLst/>
          </a:prstGeom>
        </p:spPr>
      </p:pic>
      <p:pic>
        <p:nvPicPr>
          <p:cNvPr id="27" name="Imagem 26" descr="Gráfico, Gráfico de barras&#10;&#10;O conteúdo gerado por IA pode estar incorreto.">
            <a:extLst>
              <a:ext uri="{FF2B5EF4-FFF2-40B4-BE49-F238E27FC236}">
                <a16:creationId xmlns:a16="http://schemas.microsoft.com/office/drawing/2014/main" id="{67B0B6FC-04B7-D79B-C154-7D298D81D59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382" y="1031768"/>
            <a:ext cx="5824715" cy="3885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4803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4750F56-AA32-8777-6C33-B6EEDBF71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3AB1A-C42B-C528-F870-73FCE452E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1914" y="177099"/>
            <a:ext cx="4953990" cy="543771"/>
          </a:xfrm>
        </p:spPr>
        <p:txBody>
          <a:bodyPr>
            <a:noAutofit/>
          </a:bodyPr>
          <a:lstStyle/>
          <a:p>
            <a:r>
              <a:rPr lang="en-US" sz="3600"/>
              <a:t>Results – Queue &amp; Locks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2947E2-FD16-1559-97BF-AD07EE89499D}"/>
              </a:ext>
            </a:extLst>
          </p:cNvPr>
          <p:cNvSpPr txBox="1"/>
          <p:nvPr/>
        </p:nvSpPr>
        <p:spPr>
          <a:xfrm>
            <a:off x="1877044" y="4821754"/>
            <a:ext cx="2946068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/>
              <a:t>Queue Plots Results on FELIPE-LAPTOP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3D65B4-67E8-3913-F44C-5E760D9CB2E9}"/>
              </a:ext>
            </a:extLst>
          </p:cNvPr>
          <p:cNvSpPr txBox="1"/>
          <p:nvPr/>
        </p:nvSpPr>
        <p:spPr>
          <a:xfrm>
            <a:off x="1550472" y="5732194"/>
            <a:ext cx="2946068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/>
              <a:t>Queue (Threading) Table Results on All </a:t>
            </a:r>
            <a:r>
              <a:rPr lang="en-US" sz="1000" err="1"/>
              <a:t>Hardwares</a:t>
            </a:r>
            <a:endParaRPr lang="en-US" sz="10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8BF01B-9E63-9E78-15C4-41CC4C84C1B6}"/>
              </a:ext>
            </a:extLst>
          </p:cNvPr>
          <p:cNvSpPr txBox="1"/>
          <p:nvPr/>
        </p:nvSpPr>
        <p:spPr>
          <a:xfrm>
            <a:off x="8151174" y="4821753"/>
            <a:ext cx="2946068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/>
              <a:t>Locks Plots Results on PAIVA-LAPTOP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B2D89D-ACEC-1C17-0171-429CE3D3C159}"/>
              </a:ext>
            </a:extLst>
          </p:cNvPr>
          <p:cNvSpPr txBox="1"/>
          <p:nvPr/>
        </p:nvSpPr>
        <p:spPr>
          <a:xfrm>
            <a:off x="8161069" y="6128038"/>
            <a:ext cx="2411679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/>
              <a:t>Locks Table Results on All </a:t>
            </a:r>
            <a:r>
              <a:rPr lang="en-US" sz="1000" err="1"/>
              <a:t>Hardwares</a:t>
            </a:r>
            <a:endParaRPr lang="en-US" sz="100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E71341-CFAC-7607-C9D5-559A557843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938" y="930233"/>
            <a:ext cx="6046500" cy="39386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0CC3F68-2F3B-CA0C-660A-5433E87DC8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7970" y="930234"/>
            <a:ext cx="6081957" cy="3938649"/>
          </a:xfrm>
          <a:prstGeom prst="rect">
            <a:avLst/>
          </a:prstGeom>
        </p:spPr>
      </p:pic>
      <p:pic>
        <p:nvPicPr>
          <p:cNvPr id="15" name="Picture 1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FA8D2E71-852D-943C-CE1F-2A21BCCA37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9686" y="5417930"/>
            <a:ext cx="6038108" cy="702995"/>
          </a:xfrm>
          <a:prstGeom prst="rect">
            <a:avLst/>
          </a:prstGeom>
        </p:spPr>
      </p:pic>
      <p:pic>
        <p:nvPicPr>
          <p:cNvPr id="16" name="Picture 15" descr="A close-up of a sign&#10;&#10;AI-generated content may be incorrect.">
            <a:extLst>
              <a:ext uri="{FF2B5EF4-FFF2-40B4-BE49-F238E27FC236}">
                <a16:creationId xmlns:a16="http://schemas.microsoft.com/office/drawing/2014/main" id="{564A9377-A49F-39D3-1A7D-A4F064EFEC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57" y="5206032"/>
            <a:ext cx="6037737" cy="542924"/>
          </a:xfrm>
          <a:prstGeom prst="rect">
            <a:avLst/>
          </a:prstGeom>
        </p:spPr>
      </p:pic>
      <p:pic>
        <p:nvPicPr>
          <p:cNvPr id="17" name="Picture 16" descr="A white rectangular sign with black text&#10;&#10;AI-generated content may be incorrect.">
            <a:extLst>
              <a:ext uri="{FF2B5EF4-FFF2-40B4-BE49-F238E27FC236}">
                <a16:creationId xmlns:a16="http://schemas.microsoft.com/office/drawing/2014/main" id="{FE768004-6A45-2803-BB80-9DC88BD9CB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7" y="5978298"/>
            <a:ext cx="6037366" cy="54218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E7C285F-BBD3-83FD-C271-910411C0C34D}"/>
              </a:ext>
            </a:extLst>
          </p:cNvPr>
          <p:cNvSpPr txBox="1"/>
          <p:nvPr/>
        </p:nvSpPr>
        <p:spPr>
          <a:xfrm>
            <a:off x="1471303" y="6504090"/>
            <a:ext cx="3322119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/>
              <a:t>Queue (Multiprocessing) Table Results on All </a:t>
            </a:r>
            <a:r>
              <a:rPr lang="en-US" sz="1000" err="1"/>
              <a:t>Hardwares</a:t>
            </a:r>
            <a:endParaRPr lang="en-US" sz="100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3BD6CFD-2820-554E-63C6-3588EB6561DE}"/>
              </a:ext>
            </a:extLst>
          </p:cNvPr>
          <p:cNvSpPr/>
          <p:nvPr/>
        </p:nvSpPr>
        <p:spPr>
          <a:xfrm>
            <a:off x="8040" y="723528"/>
            <a:ext cx="12185072" cy="7805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E44D2A1-48D6-EB25-90ED-B991BD3621F2}"/>
              </a:ext>
            </a:extLst>
          </p:cNvPr>
          <p:cNvSpPr/>
          <p:nvPr/>
        </p:nvSpPr>
        <p:spPr>
          <a:xfrm rot="5400000">
            <a:off x="3028045" y="3786497"/>
            <a:ext cx="6122140" cy="4159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0F82A30-8D50-0007-21E4-A5323DF1733D}"/>
              </a:ext>
            </a:extLst>
          </p:cNvPr>
          <p:cNvSpPr/>
          <p:nvPr/>
        </p:nvSpPr>
        <p:spPr>
          <a:xfrm>
            <a:off x="8040" y="5058022"/>
            <a:ext cx="12185072" cy="7805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311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8DD28-E8E6-391E-A0C0-0EE07C178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35838-095D-8DF5-46D4-ACDAFD1BE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0236" y="176728"/>
            <a:ext cx="4953990" cy="543771"/>
          </a:xfrm>
        </p:spPr>
        <p:txBody>
          <a:bodyPr>
            <a:noAutofit/>
          </a:bodyPr>
          <a:lstStyle/>
          <a:p>
            <a:pPr algn="ctr"/>
            <a:r>
              <a:rPr lang="en-US" sz="3600" b="1"/>
              <a:t>Results – Queues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4FC51F-B715-E4C1-7BE8-7AF064187ACE}"/>
              </a:ext>
            </a:extLst>
          </p:cNvPr>
          <p:cNvSpPr txBox="1"/>
          <p:nvPr/>
        </p:nvSpPr>
        <p:spPr>
          <a:xfrm>
            <a:off x="7639535" y="6434680"/>
            <a:ext cx="2946068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/>
              <a:t>Queue (Threading) Table Results on All </a:t>
            </a:r>
            <a:r>
              <a:rPr lang="en-US" sz="1000" err="1"/>
              <a:t>Hardwares</a:t>
            </a:r>
            <a:endParaRPr lang="en-US" sz="1000"/>
          </a:p>
        </p:txBody>
      </p:sp>
      <p:pic>
        <p:nvPicPr>
          <p:cNvPr id="16" name="Picture 15" descr="A close-up of a sign&#10;&#10;AI-generated content may be incorrect.">
            <a:extLst>
              <a:ext uri="{FF2B5EF4-FFF2-40B4-BE49-F238E27FC236}">
                <a16:creationId xmlns:a16="http://schemas.microsoft.com/office/drawing/2014/main" id="{0A167120-E5CE-1E94-4BBC-8F2BD22C7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8506" y="5908518"/>
            <a:ext cx="6037737" cy="542924"/>
          </a:xfrm>
          <a:prstGeom prst="rect">
            <a:avLst/>
          </a:prstGeom>
        </p:spPr>
      </p:pic>
      <p:pic>
        <p:nvPicPr>
          <p:cNvPr id="17" name="Picture 16" descr="A white rectangular sign with black text&#10;&#10;AI-generated content may be incorrect.">
            <a:extLst>
              <a:ext uri="{FF2B5EF4-FFF2-40B4-BE49-F238E27FC236}">
                <a16:creationId xmlns:a16="http://schemas.microsoft.com/office/drawing/2014/main" id="{84F46FFE-59F0-6AEB-EF79-FAC190043A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50" y="5909259"/>
            <a:ext cx="6037366" cy="54218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20FC4C4-24FD-A9F0-F749-7518D325DC87}"/>
              </a:ext>
            </a:extLst>
          </p:cNvPr>
          <p:cNvSpPr txBox="1"/>
          <p:nvPr/>
        </p:nvSpPr>
        <p:spPr>
          <a:xfrm>
            <a:off x="1497676" y="6435051"/>
            <a:ext cx="3322119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/>
              <a:t>Queue (Multiprocessing) Table Results on All </a:t>
            </a:r>
            <a:r>
              <a:rPr lang="en-US" sz="1000" err="1"/>
              <a:t>Hardwares</a:t>
            </a:r>
            <a:endParaRPr lang="en-US" sz="100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D1C8085-1D8C-4614-F0BD-F3EE7FC7DBB8}"/>
              </a:ext>
            </a:extLst>
          </p:cNvPr>
          <p:cNvSpPr/>
          <p:nvPr/>
        </p:nvSpPr>
        <p:spPr>
          <a:xfrm>
            <a:off x="8040" y="723528"/>
            <a:ext cx="12185072" cy="7805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B40629C-4168-4ED4-D8E8-A8CC84BB0671}"/>
              </a:ext>
            </a:extLst>
          </p:cNvPr>
          <p:cNvSpPr/>
          <p:nvPr/>
        </p:nvSpPr>
        <p:spPr>
          <a:xfrm rot="5400000">
            <a:off x="3028045" y="3786497"/>
            <a:ext cx="6122140" cy="4159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6A8985F-69CB-6BF3-FC27-E3CEC4FCD021}"/>
              </a:ext>
            </a:extLst>
          </p:cNvPr>
          <p:cNvSpPr/>
          <p:nvPr/>
        </p:nvSpPr>
        <p:spPr>
          <a:xfrm>
            <a:off x="8040" y="5492830"/>
            <a:ext cx="12185072" cy="6450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Imagem 10" descr="Gráfico, Gráfico de barras&#10;&#10;O conteúdo gerado por IA pode estar incorreto.">
            <a:extLst>
              <a:ext uri="{FF2B5EF4-FFF2-40B4-BE49-F238E27FC236}">
                <a16:creationId xmlns:a16="http://schemas.microsoft.com/office/drawing/2014/main" id="{3D621D01-CDFA-BC1E-F932-ADF4B80F9E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1188" y="1152763"/>
            <a:ext cx="5976092" cy="3988146"/>
          </a:xfrm>
          <a:prstGeom prst="rect">
            <a:avLst/>
          </a:prstGeom>
        </p:spPr>
      </p:pic>
      <p:pic>
        <p:nvPicPr>
          <p:cNvPr id="20" name="Imagem 19" descr="Gráfico, Gráfico de barras&#10;&#10;O conteúdo gerado por IA pode estar incorreto.">
            <a:extLst>
              <a:ext uri="{FF2B5EF4-FFF2-40B4-BE49-F238E27FC236}">
                <a16:creationId xmlns:a16="http://schemas.microsoft.com/office/drawing/2014/main" id="{DA1915E8-845F-B2E5-2CB0-CD9C12D9F3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87" y="1168838"/>
            <a:ext cx="5955055" cy="3972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3641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087E8-831A-7378-8A43-2560793D3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6C0A4-2E63-185B-F553-690BC3B2A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7200" y="128194"/>
            <a:ext cx="4953990" cy="543771"/>
          </a:xfrm>
        </p:spPr>
        <p:txBody>
          <a:bodyPr>
            <a:noAutofit/>
          </a:bodyPr>
          <a:lstStyle/>
          <a:p>
            <a:pPr algn="ctr"/>
            <a:r>
              <a:rPr lang="en-US" sz="3600" b="1"/>
              <a:t>Results – Locks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4B088A-BE4A-F7FF-2E9C-EF8AFCD6FD6B}"/>
              </a:ext>
            </a:extLst>
          </p:cNvPr>
          <p:cNvSpPr txBox="1"/>
          <p:nvPr/>
        </p:nvSpPr>
        <p:spPr>
          <a:xfrm>
            <a:off x="4858354" y="6492726"/>
            <a:ext cx="2411679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/>
              <a:t>Locks Table Results on All </a:t>
            </a:r>
            <a:r>
              <a:rPr lang="en-US" sz="1000" err="1"/>
              <a:t>Hardwares</a:t>
            </a:r>
            <a:endParaRPr lang="en-US" sz="1000"/>
          </a:p>
        </p:txBody>
      </p:sp>
      <p:pic>
        <p:nvPicPr>
          <p:cNvPr id="15" name="Picture 1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0784BAC3-55CE-3B0D-5492-8713D9AF7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473" y="5447194"/>
            <a:ext cx="8965443" cy="1043814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A7B5ADE8-7700-7897-7055-84760EF9A911}"/>
              </a:ext>
            </a:extLst>
          </p:cNvPr>
          <p:cNvSpPr/>
          <p:nvPr/>
        </p:nvSpPr>
        <p:spPr>
          <a:xfrm>
            <a:off x="8040" y="723528"/>
            <a:ext cx="12185072" cy="7805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16C96E4-A97D-E46E-0E36-1F6B4C02738C}"/>
              </a:ext>
            </a:extLst>
          </p:cNvPr>
          <p:cNvSpPr/>
          <p:nvPr/>
        </p:nvSpPr>
        <p:spPr>
          <a:xfrm rot="5400000">
            <a:off x="3892129" y="2918292"/>
            <a:ext cx="4389851" cy="45719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49A8697-B0C3-7766-5FBE-EF6745EA3A99}"/>
              </a:ext>
            </a:extLst>
          </p:cNvPr>
          <p:cNvSpPr/>
          <p:nvPr/>
        </p:nvSpPr>
        <p:spPr>
          <a:xfrm>
            <a:off x="8040" y="5058022"/>
            <a:ext cx="12185072" cy="7805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Gráfico, Gráfico de barras&#10;&#10;O conteúdo gerado por IA pode estar incorreto.">
            <a:extLst>
              <a:ext uri="{FF2B5EF4-FFF2-40B4-BE49-F238E27FC236}">
                <a16:creationId xmlns:a16="http://schemas.microsoft.com/office/drawing/2014/main" id="{D5794084-BEF9-6582-B27D-FE5C469CCB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0" y="888899"/>
            <a:ext cx="6056155" cy="4039505"/>
          </a:xfrm>
          <a:prstGeom prst="rect">
            <a:avLst/>
          </a:prstGeom>
        </p:spPr>
      </p:pic>
      <p:pic>
        <p:nvPicPr>
          <p:cNvPr id="8" name="Imagem 7" descr="Gráfico, Gráfico de barras&#10;&#10;O conteúdo gerado por IA pode estar incorreto.">
            <a:extLst>
              <a:ext uri="{FF2B5EF4-FFF2-40B4-BE49-F238E27FC236}">
                <a16:creationId xmlns:a16="http://schemas.microsoft.com/office/drawing/2014/main" id="{F3B34DDB-34CB-22D9-43D0-E09DEEF32B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4987" y="888898"/>
            <a:ext cx="6053052" cy="4039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665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D7D5E00-CB62-2F81-109B-A3D26AC9D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775B0-CBC2-866D-5AAB-3612EDDD4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9746" y="262634"/>
            <a:ext cx="7289470" cy="543771"/>
          </a:xfrm>
        </p:spPr>
        <p:txBody>
          <a:bodyPr>
            <a:noAutofit/>
          </a:bodyPr>
          <a:lstStyle/>
          <a:p>
            <a:pPr algn="ctr"/>
            <a:r>
              <a:rPr lang="en-US" sz="3600" b="1"/>
              <a:t>Results – </a:t>
            </a:r>
            <a:r>
              <a:rPr lang="en-US" sz="3600" b="1" err="1"/>
              <a:t>ThreadPool</a:t>
            </a:r>
            <a:r>
              <a:rPr lang="en-US" sz="3600" b="1"/>
              <a:t> &amp; </a:t>
            </a:r>
            <a:r>
              <a:rPr lang="en-US" sz="3600" b="1" err="1"/>
              <a:t>ProcessPool</a:t>
            </a:r>
            <a:endParaRPr lang="en-US" b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CCC7F2-DA40-A461-F221-D2740C82FB89}"/>
              </a:ext>
            </a:extLst>
          </p:cNvPr>
          <p:cNvSpPr txBox="1"/>
          <p:nvPr/>
        </p:nvSpPr>
        <p:spPr>
          <a:xfrm>
            <a:off x="1451512" y="5130600"/>
            <a:ext cx="2946068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err="1"/>
              <a:t>ThreadPool</a:t>
            </a:r>
            <a:r>
              <a:rPr lang="en-US" sz="1000"/>
              <a:t> Plots Results on PAIVA-DESKPTOP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456576-D3A2-7E4D-97C6-06F2FE7B7182}"/>
              </a:ext>
            </a:extLst>
          </p:cNvPr>
          <p:cNvSpPr txBox="1"/>
          <p:nvPr/>
        </p:nvSpPr>
        <p:spPr>
          <a:xfrm>
            <a:off x="7871016" y="2327911"/>
            <a:ext cx="2946068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err="1"/>
              <a:t>ThreadPool</a:t>
            </a:r>
            <a:r>
              <a:rPr lang="en-US" sz="1000"/>
              <a:t> Table Results on All </a:t>
            </a:r>
            <a:r>
              <a:rPr lang="en-US" sz="1000" err="1"/>
              <a:t>Hardwares</a:t>
            </a:r>
            <a:endParaRPr lang="en-US" sz="10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389F79-9509-B132-FA04-BB05ADFC163A}"/>
              </a:ext>
            </a:extLst>
          </p:cNvPr>
          <p:cNvSpPr txBox="1"/>
          <p:nvPr/>
        </p:nvSpPr>
        <p:spPr>
          <a:xfrm>
            <a:off x="7874082" y="4409996"/>
            <a:ext cx="2946068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err="1"/>
              <a:t>ProcessPool</a:t>
            </a:r>
            <a:r>
              <a:rPr lang="en-US" sz="1000"/>
              <a:t> Table Results on All </a:t>
            </a:r>
            <a:r>
              <a:rPr lang="en-US" sz="1000" err="1"/>
              <a:t>Hardwares</a:t>
            </a:r>
            <a:endParaRPr lang="en-US" sz="1000"/>
          </a:p>
        </p:txBody>
      </p:sp>
      <p:pic>
        <p:nvPicPr>
          <p:cNvPr id="3" name="Picture 2" descr="A group of graphs with different colors&#10;&#10;AI-generated content may be incorrect.">
            <a:extLst>
              <a:ext uri="{FF2B5EF4-FFF2-40B4-BE49-F238E27FC236}">
                <a16:creationId xmlns:a16="http://schemas.microsoft.com/office/drawing/2014/main" id="{E25568A6-7317-D058-5A54-79EEA3122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5" y="1189599"/>
            <a:ext cx="6042374" cy="3938650"/>
          </a:xfrm>
          <a:prstGeom prst="rect">
            <a:avLst/>
          </a:prstGeom>
        </p:spPr>
      </p:pic>
      <p:pic>
        <p:nvPicPr>
          <p:cNvPr id="15" name="Picture 1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795498D9-14BC-AC46-3A96-BCC1D088FF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8897" y="1615638"/>
            <a:ext cx="6027841" cy="707325"/>
          </a:xfrm>
          <a:prstGeom prst="rect">
            <a:avLst/>
          </a:prstGeom>
        </p:spPr>
      </p:pic>
      <p:pic>
        <p:nvPicPr>
          <p:cNvPr id="16" name="Picture 15" descr="A black and white text with numbers&#10;&#10;AI-generated content may be incorrect.">
            <a:extLst>
              <a:ext uri="{FF2B5EF4-FFF2-40B4-BE49-F238E27FC236}">
                <a16:creationId xmlns:a16="http://schemas.microsoft.com/office/drawing/2014/main" id="{8DFAB368-259F-85DC-CEA8-E34CDAC9EB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5293" y="3692959"/>
            <a:ext cx="6046892" cy="71685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71FC1D00-DB6B-D2FB-9F4F-D744568C0F1C}"/>
              </a:ext>
            </a:extLst>
          </p:cNvPr>
          <p:cNvSpPr/>
          <p:nvPr/>
        </p:nvSpPr>
        <p:spPr>
          <a:xfrm>
            <a:off x="8040" y="982894"/>
            <a:ext cx="12185072" cy="7805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EC19695-C8A3-275D-7683-AA41FFE5FF41}"/>
              </a:ext>
            </a:extLst>
          </p:cNvPr>
          <p:cNvSpPr/>
          <p:nvPr/>
        </p:nvSpPr>
        <p:spPr>
          <a:xfrm rot="5400000">
            <a:off x="3865171" y="3240934"/>
            <a:ext cx="4458620" cy="5233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94F4930-4432-2708-3022-58C63281C549}"/>
              </a:ext>
            </a:extLst>
          </p:cNvPr>
          <p:cNvSpPr/>
          <p:nvPr/>
        </p:nvSpPr>
        <p:spPr>
          <a:xfrm>
            <a:off x="27832" y="5416349"/>
            <a:ext cx="12185072" cy="7805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573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33F67-BAB8-7E76-6554-5E12EEF34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292CE-15D2-8959-8D55-2286E474F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9746" y="247767"/>
            <a:ext cx="7289470" cy="543771"/>
          </a:xfrm>
        </p:spPr>
        <p:txBody>
          <a:bodyPr>
            <a:noAutofit/>
          </a:bodyPr>
          <a:lstStyle/>
          <a:p>
            <a:pPr algn="ctr"/>
            <a:r>
              <a:rPr lang="en-US" sz="3600" b="1"/>
              <a:t>Results – </a:t>
            </a:r>
            <a:r>
              <a:rPr lang="en-US" sz="3600" b="1" err="1"/>
              <a:t>ThreadPool</a:t>
            </a:r>
            <a:r>
              <a:rPr lang="en-US" sz="3600" b="1"/>
              <a:t> &amp; </a:t>
            </a:r>
            <a:r>
              <a:rPr lang="en-US" sz="3600" b="1" err="1"/>
              <a:t>ProcessPool</a:t>
            </a:r>
            <a:endParaRPr lang="en-US" b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0E7C77-9FC3-50D5-27B5-E480659E2104}"/>
              </a:ext>
            </a:extLst>
          </p:cNvPr>
          <p:cNvSpPr txBox="1"/>
          <p:nvPr/>
        </p:nvSpPr>
        <p:spPr>
          <a:xfrm>
            <a:off x="1710159" y="6388309"/>
            <a:ext cx="2946068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err="1"/>
              <a:t>ThreadPool</a:t>
            </a:r>
            <a:r>
              <a:rPr lang="en-US" sz="1000"/>
              <a:t> Table Results on All </a:t>
            </a:r>
            <a:r>
              <a:rPr lang="en-US" sz="1000" err="1"/>
              <a:t>Hardwares</a:t>
            </a:r>
            <a:endParaRPr lang="en-US" sz="10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7FC7EE-D161-7E95-9A8B-8F030F437C1D}"/>
              </a:ext>
            </a:extLst>
          </p:cNvPr>
          <p:cNvSpPr txBox="1"/>
          <p:nvPr/>
        </p:nvSpPr>
        <p:spPr>
          <a:xfrm>
            <a:off x="7865857" y="6393073"/>
            <a:ext cx="2946068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err="1"/>
              <a:t>ProcessPool</a:t>
            </a:r>
            <a:r>
              <a:rPr lang="en-US" sz="1000"/>
              <a:t> Table Results on All </a:t>
            </a:r>
            <a:r>
              <a:rPr lang="en-US" sz="1000" err="1"/>
              <a:t>Hardwares</a:t>
            </a:r>
            <a:endParaRPr lang="en-US" sz="1000"/>
          </a:p>
        </p:txBody>
      </p:sp>
      <p:pic>
        <p:nvPicPr>
          <p:cNvPr id="15" name="Picture 1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1902A05C-44D8-A983-616D-0791AD1BDA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0" y="5676036"/>
            <a:ext cx="6027841" cy="707325"/>
          </a:xfrm>
          <a:prstGeom prst="rect">
            <a:avLst/>
          </a:prstGeom>
        </p:spPr>
      </p:pic>
      <p:pic>
        <p:nvPicPr>
          <p:cNvPr id="16" name="Picture 15" descr="A black and white text with numbers&#10;&#10;AI-generated content may be incorrect.">
            <a:extLst>
              <a:ext uri="{FF2B5EF4-FFF2-40B4-BE49-F238E27FC236}">
                <a16:creationId xmlns:a16="http://schemas.microsoft.com/office/drawing/2014/main" id="{75B2E7CB-23EF-EB2E-4908-A9C41EA028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7068" y="5676036"/>
            <a:ext cx="6046892" cy="71685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152617E1-92D3-6B00-D689-A389BCC3F146}"/>
              </a:ext>
            </a:extLst>
          </p:cNvPr>
          <p:cNvSpPr/>
          <p:nvPr/>
        </p:nvSpPr>
        <p:spPr>
          <a:xfrm>
            <a:off x="8040" y="982894"/>
            <a:ext cx="12185072" cy="7805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B931969-59BC-FE79-5233-9528A04A2492}"/>
              </a:ext>
            </a:extLst>
          </p:cNvPr>
          <p:cNvSpPr/>
          <p:nvPr/>
        </p:nvSpPr>
        <p:spPr>
          <a:xfrm rot="5400000">
            <a:off x="3187680" y="3925034"/>
            <a:ext cx="5820211" cy="45719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59A49EA-5706-3A4E-0A20-78A7999DD293}"/>
              </a:ext>
            </a:extLst>
          </p:cNvPr>
          <p:cNvSpPr/>
          <p:nvPr/>
        </p:nvSpPr>
        <p:spPr>
          <a:xfrm>
            <a:off x="27832" y="5416349"/>
            <a:ext cx="12185072" cy="7805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Gráfico, Gráfico de barras&#10;&#10;O conteúdo gerado por IA pode estar incorreto.">
            <a:extLst>
              <a:ext uri="{FF2B5EF4-FFF2-40B4-BE49-F238E27FC236}">
                <a16:creationId xmlns:a16="http://schemas.microsoft.com/office/drawing/2014/main" id="{0184E234-92FE-5C0C-73BF-7D7E0C9079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32" y="1226783"/>
            <a:ext cx="6008822" cy="4007934"/>
          </a:xfrm>
          <a:prstGeom prst="rect">
            <a:avLst/>
          </a:prstGeom>
        </p:spPr>
      </p:pic>
      <p:pic>
        <p:nvPicPr>
          <p:cNvPr id="8" name="Imagem 7" descr="Gráfico, Gráfico de barras&#10;&#10;O conteúdo gerado por IA pode estar incorreto.">
            <a:extLst>
              <a:ext uri="{FF2B5EF4-FFF2-40B4-BE49-F238E27FC236}">
                <a16:creationId xmlns:a16="http://schemas.microsoft.com/office/drawing/2014/main" id="{0FB632C5-F9C2-BDC3-D4AB-9CF76E5271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8917" y="1226783"/>
            <a:ext cx="6008822" cy="4007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4773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5" descr="Foto em preto e branco&#10;&#10;O conteúdo gerado por IA pode estar incorreto.">
            <a:extLst>
              <a:ext uri="{FF2B5EF4-FFF2-40B4-BE49-F238E27FC236}">
                <a16:creationId xmlns:a16="http://schemas.microsoft.com/office/drawing/2014/main" id="{E5ED10E6-9C8A-AD94-638B-1791EA117DB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3979" r="7661" b="1809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06266F1-0439-9A58-BEAA-CC9F19170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pt-BR" sz="3600" b="1"/>
              <a:t>Conclusão » Principais Constatações</a:t>
            </a:r>
          </a:p>
        </p:txBody>
      </p:sp>
      <p:graphicFrame>
        <p:nvGraphicFramePr>
          <p:cNvPr id="9" name="Content Placeholder 5">
            <a:extLst>
              <a:ext uri="{FF2B5EF4-FFF2-40B4-BE49-F238E27FC236}">
                <a16:creationId xmlns:a16="http://schemas.microsoft.com/office/drawing/2014/main" id="{5F38BFB2-7EFD-FE9E-9933-0742E4849D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2456527"/>
              </p:ext>
            </p:extLst>
          </p:nvPr>
        </p:nvGraphicFramePr>
        <p:xfrm>
          <a:off x="838200" y="1563329"/>
          <a:ext cx="10515600" cy="46014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128291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5" descr="Foto em preto e branco&#10;&#10;O conteúdo gerado por IA pode estar incorreto.">
            <a:extLst>
              <a:ext uri="{FF2B5EF4-FFF2-40B4-BE49-F238E27FC236}">
                <a16:creationId xmlns:a16="http://schemas.microsoft.com/office/drawing/2014/main" id="{0B9E3F4D-92C5-CFFE-E905-5BE3C68635A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3979" r="7661" b="1809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3174EC4-8F36-4A1E-1A4A-DD209A4DB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pt-BR" sz="3600" b="1"/>
              <a:t>Trabalho Futuro</a:t>
            </a:r>
          </a:p>
        </p:txBody>
      </p:sp>
      <p:graphicFrame>
        <p:nvGraphicFramePr>
          <p:cNvPr id="5" name="Espaço Reservado para Conteúdo 2">
            <a:extLst>
              <a:ext uri="{FF2B5EF4-FFF2-40B4-BE49-F238E27FC236}">
                <a16:creationId xmlns:a16="http://schemas.microsoft.com/office/drawing/2014/main" id="{4174A375-72DA-09E8-F9EB-136AC1CB6E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220037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680861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e4f4a2a-79d7-48fb-bf93-f571075c355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4E485A2C7C4A4458CA4F5A7ECE50BC4" ma:contentTypeVersion="9" ma:contentTypeDescription="Create a new document." ma:contentTypeScope="" ma:versionID="a67b416d4e151f65387cec9888006344">
  <xsd:schema xmlns:xsd="http://www.w3.org/2001/XMLSchema" xmlns:xs="http://www.w3.org/2001/XMLSchema" xmlns:p="http://schemas.microsoft.com/office/2006/metadata/properties" xmlns:ns3="1e4f4a2a-79d7-48fb-bf93-f571075c3554" targetNamespace="http://schemas.microsoft.com/office/2006/metadata/properties" ma:root="true" ma:fieldsID="6baf3898a80e6ff4bfaaf9bb05aba057" ns3:_="">
    <xsd:import namespace="1e4f4a2a-79d7-48fb-bf93-f571075c3554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4f4a2a-79d7-48fb-bf93-f571075c3554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C85A30-0D06-4D3F-A26A-D88ABF73C42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263C358-E451-420C-81CF-8597996E9EE6}">
  <ds:schemaRefs>
    <ds:schemaRef ds:uri="1e4f4a2a-79d7-48fb-bf93-f571075c355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02A8176D-CC04-4F76-BD65-544EC85D0F5F}">
  <ds:schemaRefs>
    <ds:schemaRef ds:uri="1e4f4a2a-79d7-48fb-bf93-f571075c355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14</Slides>
  <Notes>1</Notes>
  <HiddenSlides>3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Tema do Office</vt:lpstr>
      <vt:lpstr>Comparing Concurrency Models in Python: Threading vs Multiprocessing</vt:lpstr>
      <vt:lpstr>MOTIVAÇÃO ➡︎ DESAFIO DA PROGRAMAÇÃO CONCORRENTE MODERNA</vt:lpstr>
      <vt:lpstr>PROBLEMA ➡︎ LIMITAÇÕES NOS MECANISMOS DE SINCRONIZAÇÃO</vt:lpstr>
      <vt:lpstr>METHODOLOGY ➡︎ EXPERIMENTAL</vt:lpstr>
      <vt:lpstr>METHODOLOGY DIAGRAM EXPLANATION</vt:lpstr>
      <vt:lpstr>Results – Multiprocessing &amp; Threading</vt:lpstr>
      <vt:lpstr>Results – Multiprocessing &amp; Threading</vt:lpstr>
      <vt:lpstr>Results – Queue &amp; Locks</vt:lpstr>
      <vt:lpstr>Results – Queues</vt:lpstr>
      <vt:lpstr>Results – Locks</vt:lpstr>
      <vt:lpstr>Results – ThreadPool &amp; ProcessPool</vt:lpstr>
      <vt:lpstr>Results – ThreadPool &amp; ProcessPool</vt:lpstr>
      <vt:lpstr>Conclusão » Principais Constatações</vt:lpstr>
      <vt:lpstr>Trabalho Futuro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Felipe Campelo Sabbado</dc:creator>
  <cp:revision>5</cp:revision>
  <dcterms:created xsi:type="dcterms:W3CDTF">2026-01-10T10:23:59Z</dcterms:created>
  <dcterms:modified xsi:type="dcterms:W3CDTF">2026-01-18T18:26:46Z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0x010100B4E485A2C7C4A4458CA4F5A7ECE50BC4</vt:lpwstr>
  </property>
</Properties>
</file>